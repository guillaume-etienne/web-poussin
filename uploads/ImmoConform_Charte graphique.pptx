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315" r:id="rId3"/>
    <p:sldId id="310" r:id="rId4"/>
    <p:sldId id="312" r:id="rId5"/>
    <p:sldId id="328" r:id="rId6"/>
    <p:sldId id="325" r:id="rId7"/>
    <p:sldId id="324" r:id="rId8"/>
    <p:sldId id="326" r:id="rId9"/>
    <p:sldId id="323" r:id="rId10"/>
    <p:sldId id="319" r:id="rId11"/>
    <p:sldId id="320" r:id="rId12"/>
    <p:sldId id="321" r:id="rId13"/>
    <p:sldId id="327" r:id="rId14"/>
  </p:sldIdLst>
  <p:sldSz cx="12192000" cy="6858000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0D3379"/>
    <a:srgbClr val="3F8C70"/>
    <a:srgbClr val="72D676"/>
    <a:srgbClr val="4CAF50"/>
    <a:srgbClr val="000000"/>
    <a:srgbClr val="8BCCB9"/>
    <a:srgbClr val="3A7FD6"/>
    <a:srgbClr val="4498F0"/>
    <a:srgbClr val="1E54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7A68A8-8B1A-42C4-B6A3-FC595AC0C762}" v="67" dt="2026-04-21T15:50:33.5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4" autoAdjust="0"/>
    <p:restoredTop sz="94643" autoAdjust="0"/>
  </p:normalViewPr>
  <p:slideViewPr>
    <p:cSldViewPr snapToGrid="0" snapToObjects="1">
      <p:cViewPr>
        <p:scale>
          <a:sx n="66" d="100"/>
          <a:sy n="66" d="100"/>
        </p:scale>
        <p:origin x="157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oit CAILLOT" userId="1f316c731c484b2d" providerId="LiveId" clId="{D9785917-625D-471A-ABFA-CCDAEB8DD8EF}"/>
    <pc:docChg chg="undo redo custSel addSld delSld modSld">
      <pc:chgData name="Benoit CAILLOT" userId="1f316c731c484b2d" providerId="LiveId" clId="{D9785917-625D-471A-ABFA-CCDAEB8DD8EF}" dt="2026-04-21T15:51:39.844" v="466" actId="2696"/>
      <pc:docMkLst>
        <pc:docMk/>
      </pc:docMkLst>
      <pc:sldChg chg="addSp delSp modSp mod">
        <pc:chgData name="Benoit CAILLOT" userId="1f316c731c484b2d" providerId="LiveId" clId="{D9785917-625D-471A-ABFA-CCDAEB8DD8EF}" dt="2026-04-20T09:30:55.748" v="417" actId="478"/>
        <pc:sldMkLst>
          <pc:docMk/>
          <pc:sldMk cId="34841727" sldId="256"/>
        </pc:sldMkLst>
        <pc:spChg chg="add del mod">
          <ac:chgData name="Benoit CAILLOT" userId="1f316c731c484b2d" providerId="LiveId" clId="{D9785917-625D-471A-ABFA-CCDAEB8DD8EF}" dt="2026-04-20T09:30:52.596" v="416" actId="478"/>
          <ac:spMkLst>
            <pc:docMk/>
            <pc:sldMk cId="34841727" sldId="256"/>
            <ac:spMk id="2" creationId="{2B67DE35-807E-0AF5-AB35-386EE2106ED6}"/>
          </ac:spMkLst>
        </pc:spChg>
        <pc:spChg chg="mod">
          <ac:chgData name="Benoit CAILLOT" userId="1f316c731c484b2d" providerId="LiveId" clId="{D9785917-625D-471A-ABFA-CCDAEB8DD8EF}" dt="2026-04-20T09:30:31.243" v="405"/>
          <ac:spMkLst>
            <pc:docMk/>
            <pc:sldMk cId="34841727" sldId="256"/>
            <ac:spMk id="7" creationId="{0E20134F-6F40-A85F-8EA5-15D64E8AA072}"/>
          </ac:spMkLst>
        </pc:spChg>
        <pc:spChg chg="mod">
          <ac:chgData name="Benoit CAILLOT" userId="1f316c731c484b2d" providerId="LiveId" clId="{D9785917-625D-471A-ABFA-CCDAEB8DD8EF}" dt="2026-04-20T09:30:31.243" v="405"/>
          <ac:spMkLst>
            <pc:docMk/>
            <pc:sldMk cId="34841727" sldId="256"/>
            <ac:spMk id="11" creationId="{911AE6AB-6FB3-3207-86F1-3FF6749EF9A4}"/>
          </ac:spMkLst>
        </pc:spChg>
        <pc:spChg chg="mod">
          <ac:chgData name="Benoit CAILLOT" userId="1f316c731c484b2d" providerId="LiveId" clId="{D9785917-625D-471A-ABFA-CCDAEB8DD8EF}" dt="2026-04-20T08:43:18.064" v="29" actId="20577"/>
          <ac:spMkLst>
            <pc:docMk/>
            <pc:sldMk cId="34841727" sldId="256"/>
            <ac:spMk id="13" creationId="{4295AB5C-E350-054E-BC79-6EBD2CEA9486}"/>
          </ac:spMkLst>
        </pc:spChg>
        <pc:spChg chg="mod">
          <ac:chgData name="Benoit CAILLOT" userId="1f316c731c484b2d" providerId="LiveId" clId="{D9785917-625D-471A-ABFA-CCDAEB8DD8EF}" dt="2026-04-20T09:30:31.243" v="405"/>
          <ac:spMkLst>
            <pc:docMk/>
            <pc:sldMk cId="34841727" sldId="256"/>
            <ac:spMk id="14" creationId="{B87575E4-21E3-EBB7-12DD-EE1EF9839DA1}"/>
          </ac:spMkLst>
        </pc:spChg>
        <pc:spChg chg="mod">
          <ac:chgData name="Benoit CAILLOT" userId="1f316c731c484b2d" providerId="LiveId" clId="{D9785917-625D-471A-ABFA-CCDAEB8DD8EF}" dt="2026-04-20T09:30:31.243" v="405"/>
          <ac:spMkLst>
            <pc:docMk/>
            <pc:sldMk cId="34841727" sldId="256"/>
            <ac:spMk id="15" creationId="{C966B1CE-A2E5-5601-471A-7352D8B3551B}"/>
          </ac:spMkLst>
        </pc:spChg>
        <pc:spChg chg="mod">
          <ac:chgData name="Benoit CAILLOT" userId="1f316c731c484b2d" providerId="LiveId" clId="{D9785917-625D-471A-ABFA-CCDAEB8DD8EF}" dt="2026-04-20T09:30:31.243" v="405"/>
          <ac:spMkLst>
            <pc:docMk/>
            <pc:sldMk cId="34841727" sldId="256"/>
            <ac:spMk id="16" creationId="{69D97931-EE82-6C37-BF59-AB73B80D8298}"/>
          </ac:spMkLst>
        </pc:spChg>
        <pc:spChg chg="mod">
          <ac:chgData name="Benoit CAILLOT" userId="1f316c731c484b2d" providerId="LiveId" clId="{D9785917-625D-471A-ABFA-CCDAEB8DD8EF}" dt="2026-04-20T09:30:45.003" v="414" actId="404"/>
          <ac:spMkLst>
            <pc:docMk/>
            <pc:sldMk cId="34841727" sldId="256"/>
            <ac:spMk id="17" creationId="{B438D698-7747-794A-B94E-C31A2C3208E2}"/>
          </ac:spMkLst>
        </pc:spChg>
        <pc:spChg chg="mod">
          <ac:chgData name="Benoit CAILLOT" userId="1f316c731c484b2d" providerId="LiveId" clId="{D9785917-625D-471A-ABFA-CCDAEB8DD8EF}" dt="2026-04-20T09:30:31.243" v="405"/>
          <ac:spMkLst>
            <pc:docMk/>
            <pc:sldMk cId="34841727" sldId="256"/>
            <ac:spMk id="18" creationId="{9F234A6F-127C-120B-15BC-85132CE1767A}"/>
          </ac:spMkLst>
        </pc:spChg>
        <pc:spChg chg="mod">
          <ac:chgData name="Benoit CAILLOT" userId="1f316c731c484b2d" providerId="LiveId" clId="{D9785917-625D-471A-ABFA-CCDAEB8DD8EF}" dt="2026-04-20T09:30:31.243" v="405"/>
          <ac:spMkLst>
            <pc:docMk/>
            <pc:sldMk cId="34841727" sldId="256"/>
            <ac:spMk id="19" creationId="{506027A4-F156-B4DF-682A-EE181048051C}"/>
          </ac:spMkLst>
        </pc:spChg>
        <pc:spChg chg="mod">
          <ac:chgData name="Benoit CAILLOT" userId="1f316c731c484b2d" providerId="LiveId" clId="{D9785917-625D-471A-ABFA-CCDAEB8DD8EF}" dt="2026-04-20T09:30:31.243" v="405"/>
          <ac:spMkLst>
            <pc:docMk/>
            <pc:sldMk cId="34841727" sldId="256"/>
            <ac:spMk id="20" creationId="{EE76B7CC-1F13-12F3-8F9E-76E748E12765}"/>
          </ac:spMkLst>
        </pc:spChg>
        <pc:grpChg chg="del mod">
          <ac:chgData name="Benoit CAILLOT" userId="1f316c731c484b2d" providerId="LiveId" clId="{D9785917-625D-471A-ABFA-CCDAEB8DD8EF}" dt="2026-04-20T09:30:55.748" v="417" actId="478"/>
          <ac:grpSpMkLst>
            <pc:docMk/>
            <pc:sldMk cId="34841727" sldId="256"/>
            <ac:grpSpMk id="4" creationId="{9DE4A9DA-E725-7CBB-2E06-D2CEFFA9217C}"/>
          </ac:grpSpMkLst>
        </pc:grpChg>
        <pc:picChg chg="del">
          <ac:chgData name="Benoit CAILLOT" userId="1f316c731c484b2d" providerId="LiveId" clId="{D9785917-625D-471A-ABFA-CCDAEB8DD8EF}" dt="2026-04-20T09:29:25.719" v="394" actId="478"/>
          <ac:picMkLst>
            <pc:docMk/>
            <pc:sldMk cId="34841727" sldId="256"/>
            <ac:picMk id="10" creationId="{0594DB6C-8D51-5D4F-53C2-5B890B1F8664}"/>
          </ac:picMkLst>
        </pc:picChg>
      </pc:sldChg>
      <pc:sldChg chg="addSp delSp modSp mod">
        <pc:chgData name="Benoit CAILLOT" userId="1f316c731c484b2d" providerId="LiveId" clId="{D9785917-625D-471A-ABFA-CCDAEB8DD8EF}" dt="2026-04-21T10:00:34.419" v="439" actId="12788"/>
        <pc:sldMkLst>
          <pc:docMk/>
          <pc:sldMk cId="3820433532" sldId="310"/>
        </pc:sldMkLst>
        <pc:spChg chg="add mod">
          <ac:chgData name="Benoit CAILLOT" userId="1f316c731c484b2d" providerId="LiveId" clId="{D9785917-625D-471A-ABFA-CCDAEB8DD8EF}" dt="2026-04-21T09:59:45.696" v="431"/>
          <ac:spMkLst>
            <pc:docMk/>
            <pc:sldMk cId="3820433532" sldId="310"/>
            <ac:spMk id="2" creationId="{D80165BE-90E6-8BF3-A4C0-1C8EB748C305}"/>
          </ac:spMkLst>
        </pc:spChg>
        <pc:spChg chg="add mod">
          <ac:chgData name="Benoit CAILLOT" userId="1f316c731c484b2d" providerId="LiveId" clId="{D9785917-625D-471A-ABFA-CCDAEB8DD8EF}" dt="2026-04-21T09:59:45.696" v="431"/>
          <ac:spMkLst>
            <pc:docMk/>
            <pc:sldMk cId="3820433532" sldId="310"/>
            <ac:spMk id="3" creationId="{73208A5F-10CD-1532-D55C-4AEA750640C3}"/>
          </ac:spMkLst>
        </pc:spChg>
        <pc:spChg chg="add mod">
          <ac:chgData name="Benoit CAILLOT" userId="1f316c731c484b2d" providerId="LiveId" clId="{D9785917-625D-471A-ABFA-CCDAEB8DD8EF}" dt="2026-04-21T09:59:45.696" v="431"/>
          <ac:spMkLst>
            <pc:docMk/>
            <pc:sldMk cId="3820433532" sldId="310"/>
            <ac:spMk id="4" creationId="{B54F2B90-5027-E88C-1CF8-D28620AAEA9E}"/>
          </ac:spMkLst>
        </pc:spChg>
        <pc:spChg chg="add mod">
          <ac:chgData name="Benoit CAILLOT" userId="1f316c731c484b2d" providerId="LiveId" clId="{D9785917-625D-471A-ABFA-CCDAEB8DD8EF}" dt="2026-04-21T09:59:45.696" v="431"/>
          <ac:spMkLst>
            <pc:docMk/>
            <pc:sldMk cId="3820433532" sldId="310"/>
            <ac:spMk id="5" creationId="{75C00772-9B99-CDFE-40E2-0F9DB3431CC9}"/>
          </ac:spMkLst>
        </pc:spChg>
        <pc:spChg chg="add mod">
          <ac:chgData name="Benoit CAILLOT" userId="1f316c731c484b2d" providerId="LiveId" clId="{D9785917-625D-471A-ABFA-CCDAEB8DD8EF}" dt="2026-04-21T09:59:45.696" v="431"/>
          <ac:spMkLst>
            <pc:docMk/>
            <pc:sldMk cId="3820433532" sldId="310"/>
            <ac:spMk id="6" creationId="{5A390989-339E-C471-1482-B98AA48739BF}"/>
          </ac:spMkLst>
        </pc:spChg>
        <pc:spChg chg="add del mod">
          <ac:chgData name="Benoit CAILLOT" userId="1f316c731c484b2d" providerId="LiveId" clId="{D9785917-625D-471A-ABFA-CCDAEB8DD8EF}" dt="2026-04-20T08:53:00.644" v="92" actId="478"/>
          <ac:spMkLst>
            <pc:docMk/>
            <pc:sldMk cId="3820433532" sldId="310"/>
            <ac:spMk id="6" creationId="{A4D2894B-975F-2A0E-CA05-A8BF56B19A6C}"/>
          </ac:spMkLst>
        </pc:spChg>
        <pc:spChg chg="add mod">
          <ac:chgData name="Benoit CAILLOT" userId="1f316c731c484b2d" providerId="LiveId" clId="{D9785917-625D-471A-ABFA-CCDAEB8DD8EF}" dt="2026-04-21T09:59:45.696" v="431"/>
          <ac:spMkLst>
            <pc:docMk/>
            <pc:sldMk cId="3820433532" sldId="310"/>
            <ac:spMk id="7" creationId="{0EA03C98-0752-03D5-6466-8A6A84CD8B14}"/>
          </ac:spMkLst>
        </pc:spChg>
        <pc:spChg chg="add del mod">
          <ac:chgData name="Benoit CAILLOT" userId="1f316c731c484b2d" providerId="LiveId" clId="{D9785917-625D-471A-ABFA-CCDAEB8DD8EF}" dt="2026-04-20T08:53:03.318" v="95" actId="478"/>
          <ac:spMkLst>
            <pc:docMk/>
            <pc:sldMk cId="3820433532" sldId="310"/>
            <ac:spMk id="7" creationId="{20879BEA-144D-1FF2-3EDF-B76C3D7E55F0}"/>
          </ac:spMkLst>
        </pc:spChg>
        <pc:spChg chg="add del mod">
          <ac:chgData name="Benoit CAILLOT" userId="1f316c731c484b2d" providerId="LiveId" clId="{D9785917-625D-471A-ABFA-CCDAEB8DD8EF}" dt="2026-04-20T08:53:01.327" v="93" actId="478"/>
          <ac:spMkLst>
            <pc:docMk/>
            <pc:sldMk cId="3820433532" sldId="310"/>
            <ac:spMk id="8" creationId="{83DC6D57-8C7E-70D8-B9CC-AE42B02C0BB4}"/>
          </ac:spMkLst>
        </pc:spChg>
        <pc:spChg chg="add mod">
          <ac:chgData name="Benoit CAILLOT" userId="1f316c731c484b2d" providerId="LiveId" clId="{D9785917-625D-471A-ABFA-CCDAEB8DD8EF}" dt="2026-04-21T09:59:45.696" v="431"/>
          <ac:spMkLst>
            <pc:docMk/>
            <pc:sldMk cId="3820433532" sldId="310"/>
            <ac:spMk id="8" creationId="{C38AFA6E-F439-AEB5-AFFB-776F50C6C958}"/>
          </ac:spMkLst>
        </pc:spChg>
        <pc:spChg chg="add mod">
          <ac:chgData name="Benoit CAILLOT" userId="1f316c731c484b2d" providerId="LiveId" clId="{D9785917-625D-471A-ABFA-CCDAEB8DD8EF}" dt="2026-04-21T09:59:45.696" v="431"/>
          <ac:spMkLst>
            <pc:docMk/>
            <pc:sldMk cId="3820433532" sldId="310"/>
            <ac:spMk id="9" creationId="{CDC791CF-71A7-7CD8-2AD7-8122C402E82F}"/>
          </ac:spMkLst>
        </pc:spChg>
        <pc:spChg chg="add del mod">
          <ac:chgData name="Benoit CAILLOT" userId="1f316c731c484b2d" providerId="LiveId" clId="{D9785917-625D-471A-ABFA-CCDAEB8DD8EF}" dt="2026-04-20T08:53:01.744" v="94" actId="478"/>
          <ac:spMkLst>
            <pc:docMk/>
            <pc:sldMk cId="3820433532" sldId="310"/>
            <ac:spMk id="9" creationId="{F4D1779B-E0E8-02BB-1345-128E9ABC7E55}"/>
          </ac:spMkLst>
        </pc:spChg>
        <pc:spChg chg="add mod">
          <ac:chgData name="Benoit CAILLOT" userId="1f316c731c484b2d" providerId="LiveId" clId="{D9785917-625D-471A-ABFA-CCDAEB8DD8EF}" dt="2026-04-21T09:59:45.696" v="431"/>
          <ac:spMkLst>
            <pc:docMk/>
            <pc:sldMk cId="3820433532" sldId="310"/>
            <ac:spMk id="10" creationId="{1F737C1D-72B2-4275-4CED-B305986C53E0}"/>
          </ac:spMkLst>
        </pc:spChg>
        <pc:spChg chg="add del mod">
          <ac:chgData name="Benoit CAILLOT" userId="1f316c731c484b2d" providerId="LiveId" clId="{D9785917-625D-471A-ABFA-CCDAEB8DD8EF}" dt="2026-04-20T09:27:01.459" v="377" actId="478"/>
          <ac:spMkLst>
            <pc:docMk/>
            <pc:sldMk cId="3820433532" sldId="310"/>
            <ac:spMk id="10" creationId="{B7B064FB-788A-2B2D-2FAF-587FD262EB5F}"/>
          </ac:spMkLst>
        </pc:spChg>
        <pc:spChg chg="add del mod">
          <ac:chgData name="Benoit CAILLOT" userId="1f316c731c484b2d" providerId="LiveId" clId="{D9785917-625D-471A-ABFA-CCDAEB8DD8EF}" dt="2026-04-20T09:27:01.459" v="377" actId="478"/>
          <ac:spMkLst>
            <pc:docMk/>
            <pc:sldMk cId="3820433532" sldId="310"/>
            <ac:spMk id="11" creationId="{0E51C74A-D6FF-CDC2-00A6-FF4F9850EF8A}"/>
          </ac:spMkLst>
        </pc:spChg>
        <pc:spChg chg="add mod">
          <ac:chgData name="Benoit CAILLOT" userId="1f316c731c484b2d" providerId="LiveId" clId="{D9785917-625D-471A-ABFA-CCDAEB8DD8EF}" dt="2026-04-21T09:59:45.696" v="431"/>
          <ac:spMkLst>
            <pc:docMk/>
            <pc:sldMk cId="3820433532" sldId="310"/>
            <ac:spMk id="11" creationId="{8574F3B5-7A8C-A4CE-3C77-E47311EA6ED3}"/>
          </ac:spMkLst>
        </pc:spChg>
        <pc:spChg chg="add del mod">
          <ac:chgData name="Benoit CAILLOT" userId="1f316c731c484b2d" providerId="LiveId" clId="{D9785917-625D-471A-ABFA-CCDAEB8DD8EF}" dt="2026-04-20T09:27:01.459" v="377" actId="478"/>
          <ac:spMkLst>
            <pc:docMk/>
            <pc:sldMk cId="3820433532" sldId="310"/>
            <ac:spMk id="12" creationId="{A6634CB0-C714-A847-EC5F-23D97F8611C7}"/>
          </ac:spMkLst>
        </pc:spChg>
        <pc:spChg chg="mod">
          <ac:chgData name="Benoit CAILLOT" userId="1f316c731c484b2d" providerId="LiveId" clId="{D9785917-625D-471A-ABFA-CCDAEB8DD8EF}" dt="2026-04-21T10:00:09.522" v="435"/>
          <ac:spMkLst>
            <pc:docMk/>
            <pc:sldMk cId="3820433532" sldId="310"/>
            <ac:spMk id="13" creationId="{53458FE0-9438-39B3-9BF5-6BA16648C271}"/>
          </ac:spMkLst>
        </pc:spChg>
        <pc:spChg chg="add mod">
          <ac:chgData name="Benoit CAILLOT" userId="1f316c731c484b2d" providerId="LiveId" clId="{D9785917-625D-471A-ABFA-CCDAEB8DD8EF}" dt="2026-04-20T09:26:35.751" v="375" actId="108"/>
          <ac:spMkLst>
            <pc:docMk/>
            <pc:sldMk cId="3820433532" sldId="310"/>
            <ac:spMk id="13" creationId="{5B892637-506E-46D6-0E12-C42A78B02C6B}"/>
          </ac:spMkLst>
        </pc:spChg>
        <pc:spChg chg="add mod">
          <ac:chgData name="Benoit CAILLOT" userId="1f316c731c484b2d" providerId="LiveId" clId="{D9785917-625D-471A-ABFA-CCDAEB8DD8EF}" dt="2026-04-20T09:01:32.422" v="255" actId="571"/>
          <ac:spMkLst>
            <pc:docMk/>
            <pc:sldMk cId="3820433532" sldId="310"/>
            <ac:spMk id="15" creationId="{20E75D3B-4B45-780D-4D58-9FE267D3716F}"/>
          </ac:spMkLst>
        </pc:spChg>
        <pc:spChg chg="mod">
          <ac:chgData name="Benoit CAILLOT" userId="1f316c731c484b2d" providerId="LiveId" clId="{D9785917-625D-471A-ABFA-CCDAEB8DD8EF}" dt="2026-04-21T10:00:09.522" v="435"/>
          <ac:spMkLst>
            <pc:docMk/>
            <pc:sldMk cId="3820433532" sldId="310"/>
            <ac:spMk id="15" creationId="{E41CEDA5-437B-D3CB-1D3B-7CC70ADF8A12}"/>
          </ac:spMkLst>
        </pc:spChg>
        <pc:spChg chg="mod">
          <ac:chgData name="Benoit CAILLOT" userId="1f316c731c484b2d" providerId="LiveId" clId="{D9785917-625D-471A-ABFA-CCDAEB8DD8EF}" dt="2026-04-21T10:00:09.522" v="435"/>
          <ac:spMkLst>
            <pc:docMk/>
            <pc:sldMk cId="3820433532" sldId="310"/>
            <ac:spMk id="16" creationId="{2DD1AAD2-F237-A8A6-27BE-0C4CCD9D2C3B}"/>
          </ac:spMkLst>
        </pc:spChg>
        <pc:spChg chg="add mod">
          <ac:chgData name="Benoit CAILLOT" userId="1f316c731c484b2d" providerId="LiveId" clId="{D9785917-625D-471A-ABFA-CCDAEB8DD8EF}" dt="2026-04-20T09:01:32.422" v="255" actId="571"/>
          <ac:spMkLst>
            <pc:docMk/>
            <pc:sldMk cId="3820433532" sldId="310"/>
            <ac:spMk id="16" creationId="{3185B618-491A-2E31-038B-BD0853D88B78}"/>
          </ac:spMkLst>
        </pc:spChg>
        <pc:spChg chg="mod">
          <ac:chgData name="Benoit CAILLOT" userId="1f316c731c484b2d" providerId="LiveId" clId="{D9785917-625D-471A-ABFA-CCDAEB8DD8EF}" dt="2026-04-21T10:00:09.522" v="435"/>
          <ac:spMkLst>
            <pc:docMk/>
            <pc:sldMk cId="3820433532" sldId="310"/>
            <ac:spMk id="18" creationId="{368BB26E-8324-BBFB-0D57-0D0163A98BC8}"/>
          </ac:spMkLst>
        </pc:spChg>
        <pc:spChg chg="add mod">
          <ac:chgData name="Benoit CAILLOT" userId="1f316c731c484b2d" providerId="LiveId" clId="{D9785917-625D-471A-ABFA-CCDAEB8DD8EF}" dt="2026-04-20T09:01:32.422" v="255" actId="571"/>
          <ac:spMkLst>
            <pc:docMk/>
            <pc:sldMk cId="3820433532" sldId="310"/>
            <ac:spMk id="18" creationId="{DFD566CB-DD11-9069-12D6-CB03924AE4C8}"/>
          </ac:spMkLst>
        </pc:spChg>
        <pc:spChg chg="mod">
          <ac:chgData name="Benoit CAILLOT" userId="1f316c731c484b2d" providerId="LiveId" clId="{D9785917-625D-471A-ABFA-CCDAEB8DD8EF}" dt="2026-04-21T10:00:09.522" v="435"/>
          <ac:spMkLst>
            <pc:docMk/>
            <pc:sldMk cId="3820433532" sldId="310"/>
            <ac:spMk id="20" creationId="{16A258F0-151A-2293-5CE1-5807ECCA2277}"/>
          </ac:spMkLst>
        </pc:spChg>
        <pc:spChg chg="add mod">
          <ac:chgData name="Benoit CAILLOT" userId="1f316c731c484b2d" providerId="LiveId" clId="{D9785917-625D-471A-ABFA-CCDAEB8DD8EF}" dt="2026-04-20T09:01:32.422" v="255" actId="571"/>
          <ac:spMkLst>
            <pc:docMk/>
            <pc:sldMk cId="3820433532" sldId="310"/>
            <ac:spMk id="20" creationId="{9EBC8789-C336-E43E-4944-6D16F1321F2A}"/>
          </ac:spMkLst>
        </pc:spChg>
        <pc:spChg chg="add mod">
          <ac:chgData name="Benoit CAILLOT" userId="1f316c731c484b2d" providerId="LiveId" clId="{D9785917-625D-471A-ABFA-CCDAEB8DD8EF}" dt="2026-04-20T09:01:32.422" v="255" actId="571"/>
          <ac:spMkLst>
            <pc:docMk/>
            <pc:sldMk cId="3820433532" sldId="310"/>
            <ac:spMk id="21" creationId="{87C3C02D-CB66-75B0-94DC-F56C209F1265}"/>
          </ac:spMkLst>
        </pc:spChg>
        <pc:spChg chg="mod">
          <ac:chgData name="Benoit CAILLOT" userId="1f316c731c484b2d" providerId="LiveId" clId="{D9785917-625D-471A-ABFA-CCDAEB8DD8EF}" dt="2026-04-21T10:00:09.522" v="435"/>
          <ac:spMkLst>
            <pc:docMk/>
            <pc:sldMk cId="3820433532" sldId="310"/>
            <ac:spMk id="21" creationId="{C24EAF48-2637-E19D-78FE-0BE1D82BBD9D}"/>
          </ac:spMkLst>
        </pc:spChg>
        <pc:spChg chg="mod">
          <ac:chgData name="Benoit CAILLOT" userId="1f316c731c484b2d" providerId="LiveId" clId="{D9785917-625D-471A-ABFA-CCDAEB8DD8EF}" dt="2026-04-21T10:00:09.522" v="435"/>
          <ac:spMkLst>
            <pc:docMk/>
            <pc:sldMk cId="3820433532" sldId="310"/>
            <ac:spMk id="25" creationId="{88D9EB72-1537-88D2-57B1-545834785F8E}"/>
          </ac:spMkLst>
        </pc:spChg>
        <pc:spChg chg="mod">
          <ac:chgData name="Benoit CAILLOT" userId="1f316c731c484b2d" providerId="LiveId" clId="{D9785917-625D-471A-ABFA-CCDAEB8DD8EF}" dt="2026-04-21T10:00:09.522" v="435"/>
          <ac:spMkLst>
            <pc:docMk/>
            <pc:sldMk cId="3820433532" sldId="310"/>
            <ac:spMk id="26" creationId="{5B00F88D-32A0-2468-14B2-E4D4EAD543C5}"/>
          </ac:spMkLst>
        </pc:spChg>
        <pc:spChg chg="mod">
          <ac:chgData name="Benoit CAILLOT" userId="1f316c731c484b2d" providerId="LiveId" clId="{D9785917-625D-471A-ABFA-CCDAEB8DD8EF}" dt="2026-04-21T10:00:09.522" v="435"/>
          <ac:spMkLst>
            <pc:docMk/>
            <pc:sldMk cId="3820433532" sldId="310"/>
            <ac:spMk id="27" creationId="{CC5FA0E8-A0B7-908B-6C47-2AC7082F70F1}"/>
          </ac:spMkLst>
        </pc:spChg>
        <pc:spChg chg="mod">
          <ac:chgData name="Benoit CAILLOT" userId="1f316c731c484b2d" providerId="LiveId" clId="{D9785917-625D-471A-ABFA-CCDAEB8DD8EF}" dt="2026-04-21T10:00:09.522" v="435"/>
          <ac:spMkLst>
            <pc:docMk/>
            <pc:sldMk cId="3820433532" sldId="310"/>
            <ac:spMk id="28" creationId="{3AEFC1EC-05B2-E668-3E42-755116D46DBB}"/>
          </ac:spMkLst>
        </pc:spChg>
        <pc:spChg chg="del">
          <ac:chgData name="Benoit CAILLOT" userId="1f316c731c484b2d" providerId="LiveId" clId="{D9785917-625D-471A-ABFA-CCDAEB8DD8EF}" dt="2026-04-20T08:47:09.996" v="39" actId="478"/>
          <ac:spMkLst>
            <pc:docMk/>
            <pc:sldMk cId="3820433532" sldId="310"/>
            <ac:spMk id="28" creationId="{C96AEB1B-DBD8-F225-0E8D-76D34687A77F}"/>
          </ac:spMkLst>
        </pc:spChg>
        <pc:spChg chg="add mod">
          <ac:chgData name="Benoit CAILLOT" userId="1f316c731c484b2d" providerId="LiveId" clId="{D9785917-625D-471A-ABFA-CCDAEB8DD8EF}" dt="2026-04-20T09:01:32.422" v="255" actId="571"/>
          <ac:spMkLst>
            <pc:docMk/>
            <pc:sldMk cId="3820433532" sldId="310"/>
            <ac:spMk id="29" creationId="{ACC24FA6-E8E9-2552-D63A-C323BD07CB18}"/>
          </ac:spMkLst>
        </pc:spChg>
        <pc:spChg chg="add del mod">
          <ac:chgData name="Benoit CAILLOT" userId="1f316c731c484b2d" providerId="LiveId" clId="{D9785917-625D-471A-ABFA-CCDAEB8DD8EF}" dt="2026-04-20T09:23:55.055" v="343" actId="478"/>
          <ac:spMkLst>
            <pc:docMk/>
            <pc:sldMk cId="3820433532" sldId="310"/>
            <ac:spMk id="33" creationId="{240D7581-9984-1EF3-6805-6EFD3CD0DA38}"/>
          </ac:spMkLst>
        </pc:spChg>
        <pc:spChg chg="add del mod">
          <ac:chgData name="Benoit CAILLOT" userId="1f316c731c484b2d" providerId="LiveId" clId="{D9785917-625D-471A-ABFA-CCDAEB8DD8EF}" dt="2026-04-20T09:26:24.151" v="373" actId="478"/>
          <ac:spMkLst>
            <pc:docMk/>
            <pc:sldMk cId="3820433532" sldId="310"/>
            <ac:spMk id="34" creationId="{7BD78970-EFF0-F380-F7E5-13D33A088481}"/>
          </ac:spMkLst>
        </pc:spChg>
        <pc:spChg chg="add del mod">
          <ac:chgData name="Benoit CAILLOT" userId="1f316c731c484b2d" providerId="LiveId" clId="{D9785917-625D-471A-ABFA-CCDAEB8DD8EF}" dt="2026-04-20T09:26:23.499" v="372" actId="478"/>
          <ac:spMkLst>
            <pc:docMk/>
            <pc:sldMk cId="3820433532" sldId="310"/>
            <ac:spMk id="35" creationId="{9CA9C6E8-9860-FED7-8525-8A352339BCFD}"/>
          </ac:spMkLst>
        </pc:spChg>
        <pc:spChg chg="add mod">
          <ac:chgData name="Benoit CAILLOT" userId="1f316c731c484b2d" providerId="LiveId" clId="{D9785917-625D-471A-ABFA-CCDAEB8DD8EF}" dt="2026-04-20T09:27:13.508" v="380" actId="164"/>
          <ac:spMkLst>
            <pc:docMk/>
            <pc:sldMk cId="3820433532" sldId="310"/>
            <ac:spMk id="36" creationId="{FEECF727-C2FE-0333-353D-D88B8876F97D}"/>
          </ac:spMkLst>
        </pc:spChg>
        <pc:spChg chg="del">
          <ac:chgData name="Benoit CAILLOT" userId="1f316c731c484b2d" providerId="LiveId" clId="{D9785917-625D-471A-ABFA-CCDAEB8DD8EF}" dt="2026-04-20T08:47:13.598" v="42" actId="478"/>
          <ac:spMkLst>
            <pc:docMk/>
            <pc:sldMk cId="3820433532" sldId="310"/>
            <ac:spMk id="37" creationId="{B83A2DE9-131B-6E2F-98FD-149F3927B453}"/>
          </ac:spMkLst>
        </pc:spChg>
        <pc:spChg chg="del mod ord topLvl">
          <ac:chgData name="Benoit CAILLOT" userId="1f316c731c484b2d" providerId="LiveId" clId="{D9785917-625D-471A-ABFA-CCDAEB8DD8EF}" dt="2026-04-20T09:27:01.459" v="377" actId="478"/>
          <ac:spMkLst>
            <pc:docMk/>
            <pc:sldMk cId="3820433532" sldId="310"/>
            <ac:spMk id="38" creationId="{F6B9E95B-F65B-62D9-7189-EED36D92C98C}"/>
          </ac:spMkLst>
        </pc:spChg>
        <pc:spChg chg="del mod ord topLvl">
          <ac:chgData name="Benoit CAILLOT" userId="1f316c731c484b2d" providerId="LiveId" clId="{D9785917-625D-471A-ABFA-CCDAEB8DD8EF}" dt="2026-04-20T09:27:01.459" v="377" actId="478"/>
          <ac:spMkLst>
            <pc:docMk/>
            <pc:sldMk cId="3820433532" sldId="310"/>
            <ac:spMk id="39" creationId="{FD68AE1C-FC24-F689-8100-41E9EE7E9306}"/>
          </ac:spMkLst>
        </pc:spChg>
        <pc:spChg chg="del mod ord topLvl">
          <ac:chgData name="Benoit CAILLOT" userId="1f316c731c484b2d" providerId="LiveId" clId="{D9785917-625D-471A-ABFA-CCDAEB8DD8EF}" dt="2026-04-20T08:50:45.399" v="75" actId="478"/>
          <ac:spMkLst>
            <pc:docMk/>
            <pc:sldMk cId="3820433532" sldId="310"/>
            <ac:spMk id="40" creationId="{24ED04A8-94BC-77F0-9570-D67925402F40}"/>
          </ac:spMkLst>
        </pc:spChg>
        <pc:spChg chg="del mod topLvl">
          <ac:chgData name="Benoit CAILLOT" userId="1f316c731c484b2d" providerId="LiveId" clId="{D9785917-625D-471A-ABFA-CCDAEB8DD8EF}" dt="2026-04-20T09:27:01.459" v="377" actId="478"/>
          <ac:spMkLst>
            <pc:docMk/>
            <pc:sldMk cId="3820433532" sldId="310"/>
            <ac:spMk id="41" creationId="{043896D1-0D25-DE70-212B-14C5B41170FD}"/>
          </ac:spMkLst>
        </pc:spChg>
        <pc:spChg chg="del mod topLvl">
          <ac:chgData name="Benoit CAILLOT" userId="1f316c731c484b2d" providerId="LiveId" clId="{D9785917-625D-471A-ABFA-CCDAEB8DD8EF}" dt="2026-04-20T09:27:01.459" v="377" actId="478"/>
          <ac:spMkLst>
            <pc:docMk/>
            <pc:sldMk cId="3820433532" sldId="310"/>
            <ac:spMk id="42" creationId="{A91C7C0C-F56C-4A3C-EAAB-2DD3C8E3E28C}"/>
          </ac:spMkLst>
        </pc:spChg>
        <pc:spChg chg="del mod topLvl">
          <ac:chgData name="Benoit CAILLOT" userId="1f316c731c484b2d" providerId="LiveId" clId="{D9785917-625D-471A-ABFA-CCDAEB8DD8EF}" dt="2026-04-20T09:27:01.459" v="377" actId="478"/>
          <ac:spMkLst>
            <pc:docMk/>
            <pc:sldMk cId="3820433532" sldId="310"/>
            <ac:spMk id="43" creationId="{58FE3E12-B09E-4A12-104A-26AC1967FE31}"/>
          </ac:spMkLst>
        </pc:spChg>
        <pc:spChg chg="del mod topLvl">
          <ac:chgData name="Benoit CAILLOT" userId="1f316c731c484b2d" providerId="LiveId" clId="{D9785917-625D-471A-ABFA-CCDAEB8DD8EF}" dt="2026-04-20T09:27:01.459" v="377" actId="478"/>
          <ac:spMkLst>
            <pc:docMk/>
            <pc:sldMk cId="3820433532" sldId="310"/>
            <ac:spMk id="44" creationId="{1EF37DA8-D366-A2B8-4366-2D410C9A5AB9}"/>
          </ac:spMkLst>
        </pc:spChg>
        <pc:spChg chg="del mod ord topLvl">
          <ac:chgData name="Benoit CAILLOT" userId="1f316c731c484b2d" providerId="LiveId" clId="{D9785917-625D-471A-ABFA-CCDAEB8DD8EF}" dt="2026-04-20T09:27:01.459" v="377" actId="478"/>
          <ac:spMkLst>
            <pc:docMk/>
            <pc:sldMk cId="3820433532" sldId="310"/>
            <ac:spMk id="45" creationId="{EECA29BB-442E-8D68-436F-CF74319E078C}"/>
          </ac:spMkLst>
        </pc:spChg>
        <pc:spChg chg="mod">
          <ac:chgData name="Benoit CAILLOT" userId="1f316c731c484b2d" providerId="LiveId" clId="{D9785917-625D-471A-ABFA-CCDAEB8DD8EF}" dt="2026-04-21T10:00:34.419" v="439" actId="12788"/>
          <ac:spMkLst>
            <pc:docMk/>
            <pc:sldMk cId="3820433532" sldId="310"/>
            <ac:spMk id="46" creationId="{DF6F734A-149D-2C67-3658-4A291B3EC52A}"/>
          </ac:spMkLst>
        </pc:spChg>
        <pc:spChg chg="add mod">
          <ac:chgData name="Benoit CAILLOT" userId="1f316c731c484b2d" providerId="LiveId" clId="{D9785917-625D-471A-ABFA-CCDAEB8DD8EF}" dt="2026-04-20T09:27:13.508" v="380" actId="164"/>
          <ac:spMkLst>
            <pc:docMk/>
            <pc:sldMk cId="3820433532" sldId="310"/>
            <ac:spMk id="47" creationId="{11ADD9C3-35A5-12B4-05DA-B610BD61C89D}"/>
          </ac:spMkLst>
        </pc:spChg>
        <pc:spChg chg="add mod">
          <ac:chgData name="Benoit CAILLOT" userId="1f316c731c484b2d" providerId="LiveId" clId="{D9785917-625D-471A-ABFA-CCDAEB8DD8EF}" dt="2026-04-20T09:27:13.508" v="380" actId="164"/>
          <ac:spMkLst>
            <pc:docMk/>
            <pc:sldMk cId="3820433532" sldId="310"/>
            <ac:spMk id="48" creationId="{FE6437BD-E4F1-70C3-0CF1-84817F3A2DA2}"/>
          </ac:spMkLst>
        </pc:spChg>
        <pc:spChg chg="add mod">
          <ac:chgData name="Benoit CAILLOT" userId="1f316c731c484b2d" providerId="LiveId" clId="{D9785917-625D-471A-ABFA-CCDAEB8DD8EF}" dt="2026-04-20T09:27:13.508" v="380" actId="164"/>
          <ac:spMkLst>
            <pc:docMk/>
            <pc:sldMk cId="3820433532" sldId="310"/>
            <ac:spMk id="49" creationId="{32B5988A-2208-ED21-54F0-001551C3A488}"/>
          </ac:spMkLst>
        </pc:spChg>
        <pc:spChg chg="add mod">
          <ac:chgData name="Benoit CAILLOT" userId="1f316c731c484b2d" providerId="LiveId" clId="{D9785917-625D-471A-ABFA-CCDAEB8DD8EF}" dt="2026-04-20T09:27:13.508" v="380" actId="164"/>
          <ac:spMkLst>
            <pc:docMk/>
            <pc:sldMk cId="3820433532" sldId="310"/>
            <ac:spMk id="50" creationId="{0D592815-559D-39BF-551D-90F6486971EA}"/>
          </ac:spMkLst>
        </pc:spChg>
        <pc:spChg chg="add mod">
          <ac:chgData name="Benoit CAILLOT" userId="1f316c731c484b2d" providerId="LiveId" clId="{D9785917-625D-471A-ABFA-CCDAEB8DD8EF}" dt="2026-04-20T09:27:13.508" v="380" actId="164"/>
          <ac:spMkLst>
            <pc:docMk/>
            <pc:sldMk cId="3820433532" sldId="310"/>
            <ac:spMk id="51" creationId="{F217134A-F1D0-F727-AF4E-3145AB49BABD}"/>
          </ac:spMkLst>
        </pc:spChg>
        <pc:spChg chg="add mod">
          <ac:chgData name="Benoit CAILLOT" userId="1f316c731c484b2d" providerId="LiveId" clId="{D9785917-625D-471A-ABFA-CCDAEB8DD8EF}" dt="2026-04-20T09:27:13.508" v="380" actId="164"/>
          <ac:spMkLst>
            <pc:docMk/>
            <pc:sldMk cId="3820433532" sldId="310"/>
            <ac:spMk id="52" creationId="{2334C5C9-6EA3-F12A-0930-2B257B742E51}"/>
          </ac:spMkLst>
        </pc:spChg>
        <pc:spChg chg="add mod">
          <ac:chgData name="Benoit CAILLOT" userId="1f316c731c484b2d" providerId="LiveId" clId="{D9785917-625D-471A-ABFA-CCDAEB8DD8EF}" dt="2026-04-20T09:27:13.508" v="380" actId="164"/>
          <ac:spMkLst>
            <pc:docMk/>
            <pc:sldMk cId="3820433532" sldId="310"/>
            <ac:spMk id="54" creationId="{A1FE1982-D157-783A-D846-3D8963236A07}"/>
          </ac:spMkLst>
        </pc:spChg>
        <pc:spChg chg="add mod">
          <ac:chgData name="Benoit CAILLOT" userId="1f316c731c484b2d" providerId="LiveId" clId="{D9785917-625D-471A-ABFA-CCDAEB8DD8EF}" dt="2026-04-20T09:27:13.508" v="380" actId="164"/>
          <ac:spMkLst>
            <pc:docMk/>
            <pc:sldMk cId="3820433532" sldId="310"/>
            <ac:spMk id="55" creationId="{C238D6B9-1E84-0AB6-E0B8-9F7B4558D8A1}"/>
          </ac:spMkLst>
        </pc:spChg>
        <pc:spChg chg="add mod">
          <ac:chgData name="Benoit CAILLOT" userId="1f316c731c484b2d" providerId="LiveId" clId="{D9785917-625D-471A-ABFA-CCDAEB8DD8EF}" dt="2026-04-20T09:27:13.508" v="380" actId="164"/>
          <ac:spMkLst>
            <pc:docMk/>
            <pc:sldMk cId="3820433532" sldId="310"/>
            <ac:spMk id="56" creationId="{016B1C59-92B2-4266-1864-A078232F1B93}"/>
          </ac:spMkLst>
        </pc:spChg>
        <pc:grpChg chg="add del mod">
          <ac:chgData name="Benoit CAILLOT" userId="1f316c731c484b2d" providerId="LiveId" clId="{D9785917-625D-471A-ABFA-CCDAEB8DD8EF}" dt="2026-04-20T08:47:43.601" v="47" actId="165"/>
          <ac:grpSpMkLst>
            <pc:docMk/>
            <pc:sldMk cId="3820433532" sldId="310"/>
            <ac:grpSpMk id="4" creationId="{535C9891-32E0-4D97-1769-0565904F1653}"/>
          </ac:grpSpMkLst>
        </pc:grpChg>
        <pc:grpChg chg="add del mod">
          <ac:chgData name="Benoit CAILLOT" userId="1f316c731c484b2d" providerId="LiveId" clId="{D9785917-625D-471A-ABFA-CCDAEB8DD8EF}" dt="2026-04-20T08:58:04.233" v="206" actId="165"/>
          <ac:grpSpMkLst>
            <pc:docMk/>
            <pc:sldMk cId="3820433532" sldId="310"/>
            <ac:grpSpMk id="5" creationId="{BCB52CF3-1D10-5DEF-94F6-577CE89A5EF0}"/>
          </ac:grpSpMkLst>
        </pc:grpChg>
        <pc:grpChg chg="mod">
          <ac:chgData name="Benoit CAILLOT" userId="1f316c731c484b2d" providerId="LiveId" clId="{D9785917-625D-471A-ABFA-CCDAEB8DD8EF}" dt="2026-04-21T10:00:34.419" v="439" actId="12788"/>
          <ac:grpSpMkLst>
            <pc:docMk/>
            <pc:sldMk cId="3820433532" sldId="310"/>
            <ac:grpSpMk id="12" creationId="{536E954C-6887-7D48-4102-6A7D256B76ED}"/>
          </ac:grpSpMkLst>
        </pc:grpChg>
        <pc:grpChg chg="add del">
          <ac:chgData name="Benoit CAILLOT" userId="1f316c731c484b2d" providerId="LiveId" clId="{D9785917-625D-471A-ABFA-CCDAEB8DD8EF}" dt="2026-04-20T08:47:12.032" v="41" actId="478"/>
          <ac:grpSpMkLst>
            <pc:docMk/>
            <pc:sldMk cId="3820433532" sldId="310"/>
            <ac:grpSpMk id="25" creationId="{23863E46-25FA-51A4-52DD-ACEB5537A5C9}"/>
          </ac:grpSpMkLst>
        </pc:grpChg>
        <pc:grpChg chg="del mod topLvl">
          <ac:chgData name="Benoit CAILLOT" userId="1f316c731c484b2d" providerId="LiveId" clId="{D9785917-625D-471A-ABFA-CCDAEB8DD8EF}" dt="2026-04-20T08:47:47.329" v="48" actId="165"/>
          <ac:grpSpMkLst>
            <pc:docMk/>
            <pc:sldMk cId="3820433532" sldId="310"/>
            <ac:grpSpMk id="26" creationId="{FA2E119C-1E39-4EBE-6DF4-B0D619A0ABDF}"/>
          </ac:grpSpMkLst>
        </pc:grpChg>
        <pc:grpChg chg="del mod topLvl">
          <ac:chgData name="Benoit CAILLOT" userId="1f316c731c484b2d" providerId="LiveId" clId="{D9785917-625D-471A-ABFA-CCDAEB8DD8EF}" dt="2026-04-20T08:47:47.329" v="48" actId="165"/>
          <ac:grpSpMkLst>
            <pc:docMk/>
            <pc:sldMk cId="3820433532" sldId="310"/>
            <ac:grpSpMk id="27" creationId="{15033E55-E19F-F411-6185-46851D1C2752}"/>
          </ac:grpSpMkLst>
        </pc:grpChg>
        <pc:grpChg chg="add del mod">
          <ac:chgData name="Benoit CAILLOT" userId="1f316c731c484b2d" providerId="LiveId" clId="{D9785917-625D-471A-ABFA-CCDAEB8DD8EF}" dt="2026-04-21T10:00:09.223" v="434" actId="478"/>
          <ac:grpSpMkLst>
            <pc:docMk/>
            <pc:sldMk cId="3820433532" sldId="310"/>
            <ac:grpSpMk id="57" creationId="{9D819EA3-78EA-D06F-9D84-3C34831B7EFC}"/>
          </ac:grpSpMkLst>
        </pc:grpChg>
        <pc:picChg chg="add del mod">
          <ac:chgData name="Benoit CAILLOT" userId="1f316c731c484b2d" providerId="LiveId" clId="{D9785917-625D-471A-ABFA-CCDAEB8DD8EF}" dt="2026-04-20T08:59:54.856" v="244" actId="478"/>
          <ac:picMkLst>
            <pc:docMk/>
            <pc:sldMk cId="3820433532" sldId="310"/>
            <ac:picMk id="3" creationId="{B60FC9F2-D337-568E-309C-B24D42AD70CD}"/>
          </ac:picMkLst>
        </pc:picChg>
        <pc:cxnChg chg="add mod">
          <ac:chgData name="Benoit CAILLOT" userId="1f316c731c484b2d" providerId="LiveId" clId="{D9785917-625D-471A-ABFA-CCDAEB8DD8EF}" dt="2026-04-20T09:18:45.263" v="280" actId="208"/>
          <ac:cxnSpMkLst>
            <pc:docMk/>
            <pc:sldMk cId="3820433532" sldId="310"/>
            <ac:cxnSpMk id="31" creationId="{AD8542AC-4163-B0CF-761C-7AAB6576FC61}"/>
          </ac:cxnSpMkLst>
        </pc:cxnChg>
        <pc:cxnChg chg="add mod">
          <ac:chgData name="Benoit CAILLOT" userId="1f316c731c484b2d" providerId="LiveId" clId="{D9785917-625D-471A-ABFA-CCDAEB8DD8EF}" dt="2026-04-20T09:18:53.565" v="281" actId="571"/>
          <ac:cxnSpMkLst>
            <pc:docMk/>
            <pc:sldMk cId="3820433532" sldId="310"/>
            <ac:cxnSpMk id="32" creationId="{29EA2ECC-DBDE-071D-DB9D-B39031F17FF1}"/>
          </ac:cxnSpMkLst>
        </pc:cxnChg>
      </pc:sldChg>
      <pc:sldChg chg="addSp delSp modSp mod">
        <pc:chgData name="Benoit CAILLOT" userId="1f316c731c484b2d" providerId="LiveId" clId="{D9785917-625D-471A-ABFA-CCDAEB8DD8EF}" dt="2026-04-21T15:49:49.412" v="449" actId="165"/>
        <pc:sldMkLst>
          <pc:docMk/>
          <pc:sldMk cId="3984731506" sldId="312"/>
        </pc:sldMkLst>
        <pc:spChg chg="add mod topLvl">
          <ac:chgData name="Benoit CAILLOT" userId="1f316c731c484b2d" providerId="LiveId" clId="{D9785917-625D-471A-ABFA-CCDAEB8DD8EF}" dt="2026-04-21T15:49:49.412" v="449" actId="165"/>
          <ac:spMkLst>
            <pc:docMk/>
            <pc:sldMk cId="3984731506" sldId="312"/>
            <ac:spMk id="2" creationId="{18FA5D50-F088-FD4E-EF4E-2455DBAC9836}"/>
          </ac:spMkLst>
        </pc:spChg>
        <pc:spChg chg="add mod topLvl">
          <ac:chgData name="Benoit CAILLOT" userId="1f316c731c484b2d" providerId="LiveId" clId="{D9785917-625D-471A-ABFA-CCDAEB8DD8EF}" dt="2026-04-21T15:49:49.412" v="449" actId="165"/>
          <ac:spMkLst>
            <pc:docMk/>
            <pc:sldMk cId="3984731506" sldId="312"/>
            <ac:spMk id="3" creationId="{657F9834-68BC-BEF8-1689-9D25508E13E7}"/>
          </ac:spMkLst>
        </pc:spChg>
        <pc:spChg chg="add mod topLvl">
          <ac:chgData name="Benoit CAILLOT" userId="1f316c731c484b2d" providerId="LiveId" clId="{D9785917-625D-471A-ABFA-CCDAEB8DD8EF}" dt="2026-04-21T15:49:49.412" v="449" actId="165"/>
          <ac:spMkLst>
            <pc:docMk/>
            <pc:sldMk cId="3984731506" sldId="312"/>
            <ac:spMk id="6" creationId="{7732BA1F-D7BF-503C-AF5A-CC9966FF6FEE}"/>
          </ac:spMkLst>
        </pc:spChg>
        <pc:spChg chg="mod topLvl">
          <ac:chgData name="Benoit CAILLOT" userId="1f316c731c484b2d" providerId="LiveId" clId="{D9785917-625D-471A-ABFA-CCDAEB8DD8EF}" dt="2026-04-21T15:49:49.412" v="449" actId="165"/>
          <ac:spMkLst>
            <pc:docMk/>
            <pc:sldMk cId="3984731506" sldId="312"/>
            <ac:spMk id="7" creationId="{D5395383-0C85-E04E-4381-F71E5BCC8A46}"/>
          </ac:spMkLst>
        </pc:spChg>
        <pc:spChg chg="add mod topLvl">
          <ac:chgData name="Benoit CAILLOT" userId="1f316c731c484b2d" providerId="LiveId" clId="{D9785917-625D-471A-ABFA-CCDAEB8DD8EF}" dt="2026-04-21T15:49:49.412" v="449" actId="165"/>
          <ac:spMkLst>
            <pc:docMk/>
            <pc:sldMk cId="3984731506" sldId="312"/>
            <ac:spMk id="8" creationId="{E279ADB4-F9C1-636A-D479-B2C192853DA9}"/>
          </ac:spMkLst>
        </pc:spChg>
        <pc:spChg chg="add mod">
          <ac:chgData name="Benoit CAILLOT" userId="1f316c731c484b2d" providerId="LiveId" clId="{D9785917-625D-471A-ABFA-CCDAEB8DD8EF}" dt="2026-04-20T09:19:39.143" v="309" actId="1076"/>
          <ac:spMkLst>
            <pc:docMk/>
            <pc:sldMk cId="3984731506" sldId="312"/>
            <ac:spMk id="9" creationId="{1310CEF8-1007-360E-3C5B-F52B43771B5E}"/>
          </ac:spMkLst>
        </pc:spChg>
        <pc:spChg chg="add mod topLvl">
          <ac:chgData name="Benoit CAILLOT" userId="1f316c731c484b2d" providerId="LiveId" clId="{D9785917-625D-471A-ABFA-CCDAEB8DD8EF}" dt="2026-04-21T15:49:49.412" v="449" actId="165"/>
          <ac:spMkLst>
            <pc:docMk/>
            <pc:sldMk cId="3984731506" sldId="312"/>
            <ac:spMk id="10" creationId="{0072B908-D2BE-027B-02B3-572877C1FE3C}"/>
          </ac:spMkLst>
        </pc:spChg>
        <pc:spChg chg="add mod topLvl">
          <ac:chgData name="Benoit CAILLOT" userId="1f316c731c484b2d" providerId="LiveId" clId="{D9785917-625D-471A-ABFA-CCDAEB8DD8EF}" dt="2026-04-21T15:49:49.412" v="449" actId="165"/>
          <ac:spMkLst>
            <pc:docMk/>
            <pc:sldMk cId="3984731506" sldId="312"/>
            <ac:spMk id="11" creationId="{00E11EDB-FB3B-9767-8D1E-D941F4B0DA7F}"/>
          </ac:spMkLst>
        </pc:spChg>
        <pc:spChg chg="add mod topLvl">
          <ac:chgData name="Benoit CAILLOT" userId="1f316c731c484b2d" providerId="LiveId" clId="{D9785917-625D-471A-ABFA-CCDAEB8DD8EF}" dt="2026-04-21T15:49:49.412" v="449" actId="165"/>
          <ac:spMkLst>
            <pc:docMk/>
            <pc:sldMk cId="3984731506" sldId="312"/>
            <ac:spMk id="12" creationId="{6377E9AD-A65B-2A5D-9803-CFCCFB6E4E36}"/>
          </ac:spMkLst>
        </pc:spChg>
        <pc:spChg chg="add mod topLvl">
          <ac:chgData name="Benoit CAILLOT" userId="1f316c731c484b2d" providerId="LiveId" clId="{D9785917-625D-471A-ABFA-CCDAEB8DD8EF}" dt="2026-04-21T15:49:49.412" v="449" actId="165"/>
          <ac:spMkLst>
            <pc:docMk/>
            <pc:sldMk cId="3984731506" sldId="312"/>
            <ac:spMk id="14" creationId="{86D236FD-90C6-F96C-A7AD-5DDC55AB8A30}"/>
          </ac:spMkLst>
        </pc:spChg>
        <pc:spChg chg="mod topLvl">
          <ac:chgData name="Benoit CAILLOT" userId="1f316c731c484b2d" providerId="LiveId" clId="{D9785917-625D-471A-ABFA-CCDAEB8DD8EF}" dt="2026-04-21T15:49:49.412" v="449" actId="165"/>
          <ac:spMkLst>
            <pc:docMk/>
            <pc:sldMk cId="3984731506" sldId="312"/>
            <ac:spMk id="15" creationId="{3EEA4FDB-EC3E-7A20-5ACA-29B13C1E9E05}"/>
          </ac:spMkLst>
        </pc:spChg>
        <pc:spChg chg="add mod">
          <ac:chgData name="Benoit CAILLOT" userId="1f316c731c484b2d" providerId="LiveId" clId="{D9785917-625D-471A-ABFA-CCDAEB8DD8EF}" dt="2026-04-21T15:49:46.931" v="448" actId="1076"/>
          <ac:spMkLst>
            <pc:docMk/>
            <pc:sldMk cId="3984731506" sldId="312"/>
            <ac:spMk id="16" creationId="{AF451E24-6611-40BB-26A2-78601B3BDF57}"/>
          </ac:spMkLst>
        </pc:spChg>
        <pc:spChg chg="add mod">
          <ac:chgData name="Benoit CAILLOT" userId="1f316c731c484b2d" providerId="LiveId" clId="{D9785917-625D-471A-ABFA-CCDAEB8DD8EF}" dt="2026-04-20T09:33:39.960" v="425" actId="1076"/>
          <ac:spMkLst>
            <pc:docMk/>
            <pc:sldMk cId="3984731506" sldId="312"/>
            <ac:spMk id="19" creationId="{50497F1B-115F-1A89-6345-F34C6472A148}"/>
          </ac:spMkLst>
        </pc:spChg>
        <pc:spChg chg="del">
          <ac:chgData name="Benoit CAILLOT" userId="1f316c731c484b2d" providerId="LiveId" clId="{D9785917-625D-471A-ABFA-CCDAEB8DD8EF}" dt="2026-04-20T09:19:30.717" v="307" actId="478"/>
          <ac:spMkLst>
            <pc:docMk/>
            <pc:sldMk cId="3984731506" sldId="312"/>
            <ac:spMk id="23" creationId="{E3B763D3-37EE-2D34-12B7-AF3D8D18566A}"/>
          </ac:spMkLst>
        </pc:spChg>
        <pc:spChg chg="del">
          <ac:chgData name="Benoit CAILLOT" userId="1f316c731c484b2d" providerId="LiveId" clId="{D9785917-625D-471A-ABFA-CCDAEB8DD8EF}" dt="2026-04-20T09:19:30.717" v="307" actId="478"/>
          <ac:spMkLst>
            <pc:docMk/>
            <pc:sldMk cId="3984731506" sldId="312"/>
            <ac:spMk id="36" creationId="{9C584D6D-5B1A-A021-D661-A08B8229024C}"/>
          </ac:spMkLst>
        </pc:spChg>
        <pc:grpChg chg="del">
          <ac:chgData name="Benoit CAILLOT" userId="1f316c731c484b2d" providerId="LiveId" clId="{D9785917-625D-471A-ABFA-CCDAEB8DD8EF}" dt="2026-04-20T09:19:30.717" v="307" actId="478"/>
          <ac:grpSpMkLst>
            <pc:docMk/>
            <pc:sldMk cId="3984731506" sldId="312"/>
            <ac:grpSpMk id="55" creationId="{98035D22-9D45-0C98-2C47-5AD2ECD4FDC2}"/>
          </ac:grpSpMkLst>
        </pc:grpChg>
      </pc:sldChg>
      <pc:sldChg chg="addSp delSp modSp del mod">
        <pc:chgData name="Benoit CAILLOT" userId="1f316c731c484b2d" providerId="LiveId" clId="{D9785917-625D-471A-ABFA-CCDAEB8DD8EF}" dt="2026-04-21T15:51:39.844" v="466" actId="2696"/>
        <pc:sldMkLst>
          <pc:docMk/>
          <pc:sldMk cId="3208845488" sldId="313"/>
        </pc:sldMkLst>
        <pc:spChg chg="add mod">
          <ac:chgData name="Benoit CAILLOT" userId="1f316c731c484b2d" providerId="LiveId" clId="{D9785917-625D-471A-ABFA-CCDAEB8DD8EF}" dt="2026-04-21T10:01:25.293" v="443" actId="164"/>
          <ac:spMkLst>
            <pc:docMk/>
            <pc:sldMk cId="3208845488" sldId="313"/>
            <ac:spMk id="2" creationId="{05FCEB1C-8ACB-8E0B-90EE-6A3ECE1E005E}"/>
          </ac:spMkLst>
        </pc:spChg>
        <pc:spChg chg="mod">
          <ac:chgData name="Benoit CAILLOT" userId="1f316c731c484b2d" providerId="LiveId" clId="{D9785917-625D-471A-ABFA-CCDAEB8DD8EF}" dt="2026-04-21T10:01:25.293" v="443" actId="164"/>
          <ac:spMkLst>
            <pc:docMk/>
            <pc:sldMk cId="3208845488" sldId="313"/>
            <ac:spMk id="3" creationId="{A7D64ACA-9AFD-E355-5D2C-80308CE8F51F}"/>
          </ac:spMkLst>
        </pc:spChg>
        <pc:spChg chg="add del mod">
          <ac:chgData name="Benoit CAILLOT" userId="1f316c731c484b2d" providerId="LiveId" clId="{D9785917-625D-471A-ABFA-CCDAEB8DD8EF}" dt="2026-04-21T10:01:14.147" v="440" actId="478"/>
          <ac:spMkLst>
            <pc:docMk/>
            <pc:sldMk cId="3208845488" sldId="313"/>
            <ac:spMk id="4" creationId="{A266BF45-B984-5335-2012-F5535EC980E5}"/>
          </ac:spMkLst>
        </pc:spChg>
        <pc:spChg chg="add mod">
          <ac:chgData name="Benoit CAILLOT" userId="1f316c731c484b2d" providerId="LiveId" clId="{D9785917-625D-471A-ABFA-CCDAEB8DD8EF}" dt="2026-04-21T10:01:25.293" v="443" actId="164"/>
          <ac:spMkLst>
            <pc:docMk/>
            <pc:sldMk cId="3208845488" sldId="313"/>
            <ac:spMk id="6" creationId="{5E70DB8B-EADA-901A-1959-01F4FFF1CC72}"/>
          </ac:spMkLst>
        </pc:spChg>
        <pc:spChg chg="add mod">
          <ac:chgData name="Benoit CAILLOT" userId="1f316c731c484b2d" providerId="LiveId" clId="{D9785917-625D-471A-ABFA-CCDAEB8DD8EF}" dt="2026-04-21T10:01:25.293" v="443" actId="164"/>
          <ac:spMkLst>
            <pc:docMk/>
            <pc:sldMk cId="3208845488" sldId="313"/>
            <ac:spMk id="7" creationId="{5F22D3D8-BC3D-3E7A-32F2-FA800AD86186}"/>
          </ac:spMkLst>
        </pc:spChg>
        <pc:spChg chg="mod">
          <ac:chgData name="Benoit CAILLOT" userId="1f316c731c484b2d" providerId="LiveId" clId="{D9785917-625D-471A-ABFA-CCDAEB8DD8EF}" dt="2026-04-21T10:01:25.293" v="443" actId="164"/>
          <ac:spMkLst>
            <pc:docMk/>
            <pc:sldMk cId="3208845488" sldId="313"/>
            <ac:spMk id="8" creationId="{AA43CE7B-7948-9445-19F4-205A30731DF8}"/>
          </ac:spMkLst>
        </pc:spChg>
        <pc:spChg chg="mod">
          <ac:chgData name="Benoit CAILLOT" userId="1f316c731c484b2d" providerId="LiveId" clId="{D9785917-625D-471A-ABFA-CCDAEB8DD8EF}" dt="2026-04-21T10:01:14.450" v="441"/>
          <ac:spMkLst>
            <pc:docMk/>
            <pc:sldMk cId="3208845488" sldId="313"/>
            <ac:spMk id="9" creationId="{5D127DED-B514-49B8-8A2F-0E8E701DC6DF}"/>
          </ac:spMkLst>
        </pc:spChg>
        <pc:spChg chg="add del mod">
          <ac:chgData name="Benoit CAILLOT" userId="1f316c731c484b2d" providerId="LiveId" clId="{D9785917-625D-471A-ABFA-CCDAEB8DD8EF}" dt="2026-04-20T09:19:51.633" v="313" actId="478"/>
          <ac:spMkLst>
            <pc:docMk/>
            <pc:sldMk cId="3208845488" sldId="313"/>
            <ac:spMk id="9" creationId="{D28C9A58-FCBE-CF5A-1D14-D254408A726E}"/>
          </ac:spMkLst>
        </pc:spChg>
        <pc:spChg chg="add mod">
          <ac:chgData name="Benoit CAILLOT" userId="1f316c731c484b2d" providerId="LiveId" clId="{D9785917-625D-471A-ABFA-CCDAEB8DD8EF}" dt="2026-04-21T10:01:25.293" v="443" actId="164"/>
          <ac:spMkLst>
            <pc:docMk/>
            <pc:sldMk cId="3208845488" sldId="313"/>
            <ac:spMk id="10" creationId="{196A2345-DD7C-B4C5-D89B-BD0CF4757A73}"/>
          </ac:spMkLst>
        </pc:spChg>
        <pc:spChg chg="add mod">
          <ac:chgData name="Benoit CAILLOT" userId="1f316c731c484b2d" providerId="LiveId" clId="{D9785917-625D-471A-ABFA-CCDAEB8DD8EF}" dt="2026-04-21T10:01:25.293" v="443" actId="164"/>
          <ac:spMkLst>
            <pc:docMk/>
            <pc:sldMk cId="3208845488" sldId="313"/>
            <ac:spMk id="11" creationId="{A1AF59C0-F697-8395-6BBA-B1289C8558D7}"/>
          </ac:spMkLst>
        </pc:spChg>
        <pc:spChg chg="add mod">
          <ac:chgData name="Benoit CAILLOT" userId="1f316c731c484b2d" providerId="LiveId" clId="{D9785917-625D-471A-ABFA-CCDAEB8DD8EF}" dt="2026-04-21T10:01:25.293" v="443" actId="164"/>
          <ac:spMkLst>
            <pc:docMk/>
            <pc:sldMk cId="3208845488" sldId="313"/>
            <ac:spMk id="12" creationId="{0052B79B-9344-6B56-A798-3388BE5405C0}"/>
          </ac:spMkLst>
        </pc:spChg>
        <pc:spChg chg="mod">
          <ac:chgData name="Benoit CAILLOT" userId="1f316c731c484b2d" providerId="LiveId" clId="{D9785917-625D-471A-ABFA-CCDAEB8DD8EF}" dt="2026-04-21T10:01:14.450" v="441"/>
          <ac:spMkLst>
            <pc:docMk/>
            <pc:sldMk cId="3208845488" sldId="313"/>
            <ac:spMk id="13" creationId="{3EE35E2E-CCB5-CA35-9023-78C3BCC829BD}"/>
          </ac:spMkLst>
        </pc:spChg>
        <pc:spChg chg="add mod">
          <ac:chgData name="Benoit CAILLOT" userId="1f316c731c484b2d" providerId="LiveId" clId="{D9785917-625D-471A-ABFA-CCDAEB8DD8EF}" dt="2026-04-21T10:01:25.293" v="443" actId="164"/>
          <ac:spMkLst>
            <pc:docMk/>
            <pc:sldMk cId="3208845488" sldId="313"/>
            <ac:spMk id="14" creationId="{2DE5837A-7868-A96D-26D3-3E474C81A52C}"/>
          </ac:spMkLst>
        </pc:spChg>
        <pc:spChg chg="add mod">
          <ac:chgData name="Benoit CAILLOT" userId="1f316c731c484b2d" providerId="LiveId" clId="{D9785917-625D-471A-ABFA-CCDAEB8DD8EF}" dt="2026-04-21T10:01:25.293" v="443" actId="164"/>
          <ac:spMkLst>
            <pc:docMk/>
            <pc:sldMk cId="3208845488" sldId="313"/>
            <ac:spMk id="15" creationId="{6AE2EA27-6219-EFDE-997A-3AF4EEC5E9D6}"/>
          </ac:spMkLst>
        </pc:spChg>
        <pc:spChg chg="add mod">
          <ac:chgData name="Benoit CAILLOT" userId="1f316c731c484b2d" providerId="LiveId" clId="{D9785917-625D-471A-ABFA-CCDAEB8DD8EF}" dt="2026-04-20T09:19:56.979" v="314" actId="1076"/>
          <ac:spMkLst>
            <pc:docMk/>
            <pc:sldMk cId="3208845488" sldId="313"/>
            <ac:spMk id="16" creationId="{83A5CF52-EF4A-F8EB-FD6A-84AAA5DBDF74}"/>
          </ac:spMkLst>
        </pc:spChg>
        <pc:spChg chg="mod">
          <ac:chgData name="Benoit CAILLOT" userId="1f316c731c484b2d" providerId="LiveId" clId="{D9785917-625D-471A-ABFA-CCDAEB8DD8EF}" dt="2026-04-21T10:01:14.450" v="441"/>
          <ac:spMkLst>
            <pc:docMk/>
            <pc:sldMk cId="3208845488" sldId="313"/>
            <ac:spMk id="17" creationId="{7F2A28BD-0C84-8701-5D08-96B83471DC00}"/>
          </ac:spMkLst>
        </pc:spChg>
        <pc:spChg chg="mod">
          <ac:chgData name="Benoit CAILLOT" userId="1f316c731c484b2d" providerId="LiveId" clId="{D9785917-625D-471A-ABFA-CCDAEB8DD8EF}" dt="2026-04-21T10:01:14.450" v="441"/>
          <ac:spMkLst>
            <pc:docMk/>
            <pc:sldMk cId="3208845488" sldId="313"/>
            <ac:spMk id="18" creationId="{193BDF9E-1D7A-68F8-7ADD-7E59F0E9B7AA}"/>
          </ac:spMkLst>
        </pc:spChg>
        <pc:spChg chg="mod">
          <ac:chgData name="Benoit CAILLOT" userId="1f316c731c484b2d" providerId="LiveId" clId="{D9785917-625D-471A-ABFA-CCDAEB8DD8EF}" dt="2026-04-21T10:01:14.450" v="441"/>
          <ac:spMkLst>
            <pc:docMk/>
            <pc:sldMk cId="3208845488" sldId="313"/>
            <ac:spMk id="19" creationId="{8BB195D0-B33B-DE59-8D45-A1C8FB509294}"/>
          </ac:spMkLst>
        </pc:spChg>
        <pc:spChg chg="mod">
          <ac:chgData name="Benoit CAILLOT" userId="1f316c731c484b2d" providerId="LiveId" clId="{D9785917-625D-471A-ABFA-CCDAEB8DD8EF}" dt="2026-04-21T10:01:14.450" v="441"/>
          <ac:spMkLst>
            <pc:docMk/>
            <pc:sldMk cId="3208845488" sldId="313"/>
            <ac:spMk id="20" creationId="{8E530B1A-FAE4-4F89-DC53-C84DC9B9BF42}"/>
          </ac:spMkLst>
        </pc:spChg>
        <pc:spChg chg="mod">
          <ac:chgData name="Benoit CAILLOT" userId="1f316c731c484b2d" providerId="LiveId" clId="{D9785917-625D-471A-ABFA-CCDAEB8DD8EF}" dt="2026-04-21T10:01:14.450" v="441"/>
          <ac:spMkLst>
            <pc:docMk/>
            <pc:sldMk cId="3208845488" sldId="313"/>
            <ac:spMk id="21" creationId="{46C9E9F6-9531-931E-FD72-66327F481D1B}"/>
          </ac:spMkLst>
        </pc:spChg>
        <pc:spChg chg="mod">
          <ac:chgData name="Benoit CAILLOT" userId="1f316c731c484b2d" providerId="LiveId" clId="{D9785917-625D-471A-ABFA-CCDAEB8DD8EF}" dt="2026-04-21T10:01:14.450" v="441"/>
          <ac:spMkLst>
            <pc:docMk/>
            <pc:sldMk cId="3208845488" sldId="313"/>
            <ac:spMk id="23" creationId="{049BFC7B-A7AF-BB00-2F19-A9CA2B95003A}"/>
          </ac:spMkLst>
        </pc:spChg>
        <pc:spChg chg="mod">
          <ac:chgData name="Benoit CAILLOT" userId="1f316c731c484b2d" providerId="LiveId" clId="{D9785917-625D-471A-ABFA-CCDAEB8DD8EF}" dt="2026-04-21T10:01:14.450" v="441"/>
          <ac:spMkLst>
            <pc:docMk/>
            <pc:sldMk cId="3208845488" sldId="313"/>
            <ac:spMk id="24" creationId="{B10133E2-DFB2-D779-6FB6-788A4C34570C}"/>
          </ac:spMkLst>
        </pc:spChg>
        <pc:spChg chg="mod">
          <ac:chgData name="Benoit CAILLOT" userId="1f316c731c484b2d" providerId="LiveId" clId="{D9785917-625D-471A-ABFA-CCDAEB8DD8EF}" dt="2026-04-21T10:01:14.450" v="441"/>
          <ac:spMkLst>
            <pc:docMk/>
            <pc:sldMk cId="3208845488" sldId="313"/>
            <ac:spMk id="25" creationId="{8CCC995F-7ADD-D873-DD6D-09D7C829AFA3}"/>
          </ac:spMkLst>
        </pc:spChg>
        <pc:spChg chg="del">
          <ac:chgData name="Benoit CAILLOT" userId="1f316c731c484b2d" providerId="LiveId" clId="{D9785917-625D-471A-ABFA-CCDAEB8DD8EF}" dt="2026-04-20T09:19:43.463" v="310" actId="478"/>
          <ac:spMkLst>
            <pc:docMk/>
            <pc:sldMk cId="3208845488" sldId="313"/>
            <ac:spMk id="38" creationId="{8EDD5C89-95BD-89F6-4999-9131AFBA80A4}"/>
          </ac:spMkLst>
        </pc:spChg>
        <pc:grpChg chg="del mod">
          <ac:chgData name="Benoit CAILLOT" userId="1f316c731c484b2d" providerId="LiveId" clId="{D9785917-625D-471A-ABFA-CCDAEB8DD8EF}" dt="2026-04-21T15:51:35.999" v="465" actId="478"/>
          <ac:grpSpMkLst>
            <pc:docMk/>
            <pc:sldMk cId="3208845488" sldId="313"/>
            <ac:grpSpMk id="5" creationId="{F37F976F-4230-C441-936B-86478C316558}"/>
          </ac:grpSpMkLst>
        </pc:grpChg>
        <pc:grpChg chg="del mod">
          <ac:chgData name="Benoit CAILLOT" userId="1f316c731c484b2d" providerId="LiveId" clId="{D9785917-625D-471A-ABFA-CCDAEB8DD8EF}" dt="2026-04-21T15:51:35.999" v="465" actId="478"/>
          <ac:grpSpMkLst>
            <pc:docMk/>
            <pc:sldMk cId="3208845488" sldId="313"/>
            <ac:grpSpMk id="26" creationId="{E742CDD5-0381-2A41-F6D3-33D2BDA331EB}"/>
          </ac:grpSpMkLst>
        </pc:grpChg>
        <pc:grpChg chg="del">
          <ac:chgData name="Benoit CAILLOT" userId="1f316c731c484b2d" providerId="LiveId" clId="{D9785917-625D-471A-ABFA-CCDAEB8DD8EF}" dt="2026-04-20T09:19:43.463" v="310" actId="478"/>
          <ac:grpSpMkLst>
            <pc:docMk/>
            <pc:sldMk cId="3208845488" sldId="313"/>
            <ac:grpSpMk id="55" creationId="{98035D22-9D45-0C98-2C47-5AD2ECD4FDC2}"/>
          </ac:grpSpMkLst>
        </pc:grpChg>
        <pc:cxnChg chg="del">
          <ac:chgData name="Benoit CAILLOT" userId="1f316c731c484b2d" providerId="LiveId" clId="{D9785917-625D-471A-ABFA-CCDAEB8DD8EF}" dt="2026-04-20T09:19:47.238" v="312" actId="478"/>
          <ac:cxnSpMkLst>
            <pc:docMk/>
            <pc:sldMk cId="3208845488" sldId="313"/>
            <ac:cxnSpMk id="17" creationId="{9AF105D6-04A6-17A5-3225-037C29DB7FC6}"/>
          </ac:cxnSpMkLst>
        </pc:cxnChg>
        <pc:cxnChg chg="del">
          <ac:chgData name="Benoit CAILLOT" userId="1f316c731c484b2d" providerId="LiveId" clId="{D9785917-625D-471A-ABFA-CCDAEB8DD8EF}" dt="2026-04-20T09:19:47.238" v="312" actId="478"/>
          <ac:cxnSpMkLst>
            <pc:docMk/>
            <pc:sldMk cId="3208845488" sldId="313"/>
            <ac:cxnSpMk id="18" creationId="{E27F03F2-43F8-9C4B-C5CD-7B688FE67616}"/>
          </ac:cxnSpMkLst>
        </pc:cxnChg>
      </pc:sldChg>
      <pc:sldChg chg="del">
        <pc:chgData name="Benoit CAILLOT" userId="1f316c731c484b2d" providerId="LiveId" clId="{D9785917-625D-471A-ABFA-CCDAEB8DD8EF}" dt="2026-04-20T09:29:13.242" v="393" actId="2696"/>
        <pc:sldMkLst>
          <pc:docMk/>
          <pc:sldMk cId="3924718961" sldId="316"/>
        </pc:sldMkLst>
      </pc:sldChg>
      <pc:sldChg chg="del">
        <pc:chgData name="Benoit CAILLOT" userId="1f316c731c484b2d" providerId="LiveId" clId="{D9785917-625D-471A-ABFA-CCDAEB8DD8EF}" dt="2026-04-20T09:29:08.950" v="392" actId="2696"/>
        <pc:sldMkLst>
          <pc:docMk/>
          <pc:sldMk cId="1435309829" sldId="318"/>
        </pc:sldMkLst>
      </pc:sldChg>
      <pc:sldChg chg="del">
        <pc:chgData name="Benoit CAILLOT" userId="1f316c731c484b2d" providerId="LiveId" clId="{D9785917-625D-471A-ABFA-CCDAEB8DD8EF}" dt="2026-04-20T09:28:00.603" v="384" actId="47"/>
        <pc:sldMkLst>
          <pc:docMk/>
          <pc:sldMk cId="2096885077" sldId="322"/>
        </pc:sldMkLst>
      </pc:sldChg>
      <pc:sldChg chg="addSp delSp modSp mod">
        <pc:chgData name="Benoit CAILLOT" userId="1f316c731c484b2d" providerId="LiveId" clId="{D9785917-625D-471A-ABFA-CCDAEB8DD8EF}" dt="2026-04-20T09:21:14.700" v="326" actId="1076"/>
        <pc:sldMkLst>
          <pc:docMk/>
          <pc:sldMk cId="1233509657" sldId="323"/>
        </pc:sldMkLst>
        <pc:spChg chg="add mod">
          <ac:chgData name="Benoit CAILLOT" userId="1f316c731c484b2d" providerId="LiveId" clId="{D9785917-625D-471A-ABFA-CCDAEB8DD8EF}" dt="2026-04-20T09:21:14.700" v="326" actId="1076"/>
          <ac:spMkLst>
            <pc:docMk/>
            <pc:sldMk cId="1233509657" sldId="323"/>
            <ac:spMk id="4" creationId="{20A9E57A-4882-D0C6-BF19-335E5D666090}"/>
          </ac:spMkLst>
        </pc:spChg>
        <pc:spChg chg="add mod">
          <ac:chgData name="Benoit CAILLOT" userId="1f316c731c484b2d" providerId="LiveId" clId="{D9785917-625D-471A-ABFA-CCDAEB8DD8EF}" dt="2026-04-20T09:21:14.700" v="326" actId="1076"/>
          <ac:spMkLst>
            <pc:docMk/>
            <pc:sldMk cId="1233509657" sldId="323"/>
            <ac:spMk id="5" creationId="{F9C2CC0D-0CD4-3E53-3FF5-AE3DA34AC2EC}"/>
          </ac:spMkLst>
        </pc:spChg>
        <pc:spChg chg="add mod">
          <ac:chgData name="Benoit CAILLOT" userId="1f316c731c484b2d" providerId="LiveId" clId="{D9785917-625D-471A-ABFA-CCDAEB8DD8EF}" dt="2026-04-20T09:21:14.700" v="326" actId="1076"/>
          <ac:spMkLst>
            <pc:docMk/>
            <pc:sldMk cId="1233509657" sldId="323"/>
            <ac:spMk id="6" creationId="{A16B8540-1D7C-42EB-ED8E-F8D0E55620BB}"/>
          </ac:spMkLst>
        </pc:spChg>
        <pc:spChg chg="add mod">
          <ac:chgData name="Benoit CAILLOT" userId="1f316c731c484b2d" providerId="LiveId" clId="{D9785917-625D-471A-ABFA-CCDAEB8DD8EF}" dt="2026-04-20T09:21:14.700" v="326" actId="1076"/>
          <ac:spMkLst>
            <pc:docMk/>
            <pc:sldMk cId="1233509657" sldId="323"/>
            <ac:spMk id="7" creationId="{617285C6-D7E0-B8F9-5C83-D7B4DDB5B45F}"/>
          </ac:spMkLst>
        </pc:spChg>
        <pc:spChg chg="add mod">
          <ac:chgData name="Benoit CAILLOT" userId="1f316c731c484b2d" providerId="LiveId" clId="{D9785917-625D-471A-ABFA-CCDAEB8DD8EF}" dt="2026-04-20T09:21:14.700" v="326" actId="1076"/>
          <ac:spMkLst>
            <pc:docMk/>
            <pc:sldMk cId="1233509657" sldId="323"/>
            <ac:spMk id="8" creationId="{0B298DDB-72AD-5178-973A-696B3AE42A48}"/>
          </ac:spMkLst>
        </pc:spChg>
        <pc:spChg chg="add mod">
          <ac:chgData name="Benoit CAILLOT" userId="1f316c731c484b2d" providerId="LiveId" clId="{D9785917-625D-471A-ABFA-CCDAEB8DD8EF}" dt="2026-04-20T09:21:14.700" v="326" actId="1076"/>
          <ac:spMkLst>
            <pc:docMk/>
            <pc:sldMk cId="1233509657" sldId="323"/>
            <ac:spMk id="9" creationId="{9F05ABFB-F332-9700-054A-0283743BF30E}"/>
          </ac:spMkLst>
        </pc:spChg>
        <pc:spChg chg="add mod">
          <ac:chgData name="Benoit CAILLOT" userId="1f316c731c484b2d" providerId="LiveId" clId="{D9785917-625D-471A-ABFA-CCDAEB8DD8EF}" dt="2026-04-20T09:21:14.700" v="326" actId="1076"/>
          <ac:spMkLst>
            <pc:docMk/>
            <pc:sldMk cId="1233509657" sldId="323"/>
            <ac:spMk id="11" creationId="{3A3E0618-71E1-D0AD-D619-814F7539BDD7}"/>
          </ac:spMkLst>
        </pc:spChg>
        <pc:spChg chg="add mod">
          <ac:chgData name="Benoit CAILLOT" userId="1f316c731c484b2d" providerId="LiveId" clId="{D9785917-625D-471A-ABFA-CCDAEB8DD8EF}" dt="2026-04-20T09:21:14.700" v="326" actId="1076"/>
          <ac:spMkLst>
            <pc:docMk/>
            <pc:sldMk cId="1233509657" sldId="323"/>
            <ac:spMk id="12" creationId="{ECE7F05B-85AC-C064-3B57-4C245C239A1E}"/>
          </ac:spMkLst>
        </pc:spChg>
        <pc:spChg chg="add mod">
          <ac:chgData name="Benoit CAILLOT" userId="1f316c731c484b2d" providerId="LiveId" clId="{D9785917-625D-471A-ABFA-CCDAEB8DD8EF}" dt="2026-04-20T09:21:14.700" v="326" actId="1076"/>
          <ac:spMkLst>
            <pc:docMk/>
            <pc:sldMk cId="1233509657" sldId="323"/>
            <ac:spMk id="13" creationId="{D97B82AD-4F2F-64E9-4870-54D58A6B5936}"/>
          </ac:spMkLst>
        </pc:spChg>
        <pc:spChg chg="add mod">
          <ac:chgData name="Benoit CAILLOT" userId="1f316c731c484b2d" providerId="LiveId" clId="{D9785917-625D-471A-ABFA-CCDAEB8DD8EF}" dt="2026-04-20T09:21:14.700" v="326" actId="1076"/>
          <ac:spMkLst>
            <pc:docMk/>
            <pc:sldMk cId="1233509657" sldId="323"/>
            <ac:spMk id="15" creationId="{87408A0C-8D9E-D9B3-AF97-3B1556879C1E}"/>
          </ac:spMkLst>
        </pc:spChg>
        <pc:spChg chg="del">
          <ac:chgData name="Benoit CAILLOT" userId="1f316c731c484b2d" providerId="LiveId" clId="{D9785917-625D-471A-ABFA-CCDAEB8DD8EF}" dt="2026-04-20T09:21:09.306" v="324" actId="478"/>
          <ac:spMkLst>
            <pc:docMk/>
            <pc:sldMk cId="1233509657" sldId="323"/>
            <ac:spMk id="46" creationId="{DF6F734A-149D-2C67-3658-4A291B3EC52A}"/>
          </ac:spMkLst>
        </pc:spChg>
        <pc:grpChg chg="del">
          <ac:chgData name="Benoit CAILLOT" userId="1f316c731c484b2d" providerId="LiveId" clId="{D9785917-625D-471A-ABFA-CCDAEB8DD8EF}" dt="2026-04-20T09:21:06.423" v="323" actId="478"/>
          <ac:grpSpMkLst>
            <pc:docMk/>
            <pc:sldMk cId="1233509657" sldId="323"/>
            <ac:grpSpMk id="25" creationId="{23863E46-25FA-51A4-52DD-ACEB5537A5C9}"/>
          </ac:grpSpMkLst>
        </pc:grpChg>
      </pc:sldChg>
      <pc:sldChg chg="addSp delSp modSp add mod">
        <pc:chgData name="Benoit CAILLOT" userId="1f316c731c484b2d" providerId="LiveId" clId="{D9785917-625D-471A-ABFA-CCDAEB8DD8EF}" dt="2026-04-20T09:20:49.698" v="322" actId="1076"/>
        <pc:sldMkLst>
          <pc:docMk/>
          <pc:sldMk cId="485230994" sldId="324"/>
        </pc:sldMkLst>
        <pc:spChg chg="mod">
          <ac:chgData name="Benoit CAILLOT" userId="1f316c731c484b2d" providerId="LiveId" clId="{D9785917-625D-471A-ABFA-CCDAEB8DD8EF}" dt="2026-04-20T09:20:49.698" v="322" actId="1076"/>
          <ac:spMkLst>
            <pc:docMk/>
            <pc:sldMk cId="485230994" sldId="324"/>
            <ac:spMk id="3" creationId="{540CD593-0D72-3429-7718-E1D699E6C755}"/>
          </ac:spMkLst>
        </pc:spChg>
        <pc:spChg chg="add mod">
          <ac:chgData name="Benoit CAILLOT" userId="1f316c731c484b2d" providerId="LiveId" clId="{D9785917-625D-471A-ABFA-CCDAEB8DD8EF}" dt="2026-04-20T09:20:26.856" v="318"/>
          <ac:spMkLst>
            <pc:docMk/>
            <pc:sldMk cId="485230994" sldId="324"/>
            <ac:spMk id="4" creationId="{43EBDA93-0121-66F1-E73E-5A6BA47259AE}"/>
          </ac:spMkLst>
        </pc:spChg>
        <pc:spChg chg="add mod">
          <ac:chgData name="Benoit CAILLOT" userId="1f316c731c484b2d" providerId="LiveId" clId="{D9785917-625D-471A-ABFA-CCDAEB8DD8EF}" dt="2026-04-20T09:20:26.856" v="318"/>
          <ac:spMkLst>
            <pc:docMk/>
            <pc:sldMk cId="485230994" sldId="324"/>
            <ac:spMk id="5" creationId="{CF157790-03F9-001A-09C4-F69868C6A88F}"/>
          </ac:spMkLst>
        </pc:spChg>
        <pc:spChg chg="add mod">
          <ac:chgData name="Benoit CAILLOT" userId="1f316c731c484b2d" providerId="LiveId" clId="{D9785917-625D-471A-ABFA-CCDAEB8DD8EF}" dt="2026-04-20T09:20:26.856" v="318"/>
          <ac:spMkLst>
            <pc:docMk/>
            <pc:sldMk cId="485230994" sldId="324"/>
            <ac:spMk id="6" creationId="{7859FCDC-B85B-307C-28B2-396624320CC9}"/>
          </ac:spMkLst>
        </pc:spChg>
        <pc:spChg chg="add mod">
          <ac:chgData name="Benoit CAILLOT" userId="1f316c731c484b2d" providerId="LiveId" clId="{D9785917-625D-471A-ABFA-CCDAEB8DD8EF}" dt="2026-04-20T09:20:26.856" v="318"/>
          <ac:spMkLst>
            <pc:docMk/>
            <pc:sldMk cId="485230994" sldId="324"/>
            <ac:spMk id="7" creationId="{6841BE9E-D4B4-A93D-79F8-857410A527D5}"/>
          </ac:spMkLst>
        </pc:spChg>
        <pc:spChg chg="add mod">
          <ac:chgData name="Benoit CAILLOT" userId="1f316c731c484b2d" providerId="LiveId" clId="{D9785917-625D-471A-ABFA-CCDAEB8DD8EF}" dt="2026-04-20T09:20:26.856" v="318"/>
          <ac:spMkLst>
            <pc:docMk/>
            <pc:sldMk cId="485230994" sldId="324"/>
            <ac:spMk id="9" creationId="{61E90646-AB1F-ECA5-6985-881F8096E237}"/>
          </ac:spMkLst>
        </pc:spChg>
        <pc:spChg chg="add mod">
          <ac:chgData name="Benoit CAILLOT" userId="1f316c731c484b2d" providerId="LiveId" clId="{D9785917-625D-471A-ABFA-CCDAEB8DD8EF}" dt="2026-04-20T09:20:26.856" v="318"/>
          <ac:spMkLst>
            <pc:docMk/>
            <pc:sldMk cId="485230994" sldId="324"/>
            <ac:spMk id="10" creationId="{25FE19F0-38AB-FE34-396B-CC55BF6FF70E}"/>
          </ac:spMkLst>
        </pc:spChg>
        <pc:spChg chg="add mod">
          <ac:chgData name="Benoit CAILLOT" userId="1f316c731c484b2d" providerId="LiveId" clId="{D9785917-625D-471A-ABFA-CCDAEB8DD8EF}" dt="2026-04-20T09:20:26.856" v="318"/>
          <ac:spMkLst>
            <pc:docMk/>
            <pc:sldMk cId="485230994" sldId="324"/>
            <ac:spMk id="11" creationId="{A19AFEEE-2D1F-1AB8-DDC0-B1ADE8D88EB1}"/>
          </ac:spMkLst>
        </pc:spChg>
        <pc:spChg chg="add mod">
          <ac:chgData name="Benoit CAILLOT" userId="1f316c731c484b2d" providerId="LiveId" clId="{D9785917-625D-471A-ABFA-CCDAEB8DD8EF}" dt="2026-04-20T09:20:26.856" v="318"/>
          <ac:spMkLst>
            <pc:docMk/>
            <pc:sldMk cId="485230994" sldId="324"/>
            <ac:spMk id="12" creationId="{79E0FE1D-E61C-F363-DAAE-96ED30CB65EE}"/>
          </ac:spMkLst>
        </pc:spChg>
        <pc:spChg chg="add mod">
          <ac:chgData name="Benoit CAILLOT" userId="1f316c731c484b2d" providerId="LiveId" clId="{D9785917-625D-471A-ABFA-CCDAEB8DD8EF}" dt="2026-04-20T09:20:26.856" v="318"/>
          <ac:spMkLst>
            <pc:docMk/>
            <pc:sldMk cId="485230994" sldId="324"/>
            <ac:spMk id="13" creationId="{06F5E2B2-A66D-280A-BE1C-9CA8663E318B}"/>
          </ac:spMkLst>
        </pc:spChg>
        <pc:spChg chg="add mod">
          <ac:chgData name="Benoit CAILLOT" userId="1f316c731c484b2d" providerId="LiveId" clId="{D9785917-625D-471A-ABFA-CCDAEB8DD8EF}" dt="2026-04-20T09:20:26.856" v="318"/>
          <ac:spMkLst>
            <pc:docMk/>
            <pc:sldMk cId="485230994" sldId="324"/>
            <ac:spMk id="14" creationId="{FC8F2A8B-6343-E439-583A-A25AA1E5CA63}"/>
          </ac:spMkLst>
        </pc:spChg>
        <pc:spChg chg="del">
          <ac:chgData name="Benoit CAILLOT" userId="1f316c731c484b2d" providerId="LiveId" clId="{D9785917-625D-471A-ABFA-CCDAEB8DD8EF}" dt="2026-04-20T09:20:23.902" v="316" actId="478"/>
          <ac:spMkLst>
            <pc:docMk/>
            <pc:sldMk cId="485230994" sldId="324"/>
            <ac:spMk id="46" creationId="{DF6F734A-149D-2C67-3658-4A291B3EC52A}"/>
          </ac:spMkLst>
        </pc:spChg>
        <pc:grpChg chg="del">
          <ac:chgData name="Benoit CAILLOT" userId="1f316c731c484b2d" providerId="LiveId" clId="{D9785917-625D-471A-ABFA-CCDAEB8DD8EF}" dt="2026-04-20T09:20:26.321" v="317" actId="478"/>
          <ac:grpSpMkLst>
            <pc:docMk/>
            <pc:sldMk cId="485230994" sldId="324"/>
            <ac:grpSpMk id="25" creationId="{23863E46-25FA-51A4-52DD-ACEB5537A5C9}"/>
          </ac:grpSpMkLst>
        </pc:grpChg>
      </pc:sldChg>
      <pc:sldChg chg="addSp delSp modSp add mod">
        <pc:chgData name="Benoit CAILLOT" userId="1f316c731c484b2d" providerId="LiveId" clId="{D9785917-625D-471A-ABFA-CCDAEB8DD8EF}" dt="2026-04-21T15:50:23.744" v="454" actId="1076"/>
        <pc:sldMkLst>
          <pc:docMk/>
          <pc:sldMk cId="1899564923" sldId="325"/>
        </pc:sldMkLst>
        <pc:spChg chg="del mod">
          <ac:chgData name="Benoit CAILLOT" userId="1f316c731c484b2d" providerId="LiveId" clId="{D9785917-625D-471A-ABFA-CCDAEB8DD8EF}" dt="2026-04-21T15:50:00.678" v="450" actId="478"/>
          <ac:spMkLst>
            <pc:docMk/>
            <pc:sldMk cId="1899564923" sldId="325"/>
            <ac:spMk id="2" creationId="{18FA5D50-F088-FD4E-EF4E-2455DBAC9836}"/>
          </ac:spMkLst>
        </pc:spChg>
        <pc:spChg chg="del mod">
          <ac:chgData name="Benoit CAILLOT" userId="1f316c731c484b2d" providerId="LiveId" clId="{D9785917-625D-471A-ABFA-CCDAEB8DD8EF}" dt="2026-04-21T15:50:00.678" v="450" actId="478"/>
          <ac:spMkLst>
            <pc:docMk/>
            <pc:sldMk cId="1899564923" sldId="325"/>
            <ac:spMk id="3" creationId="{657F9834-68BC-BEF8-1689-9D25508E13E7}"/>
          </ac:spMkLst>
        </pc:spChg>
        <pc:spChg chg="del mod">
          <ac:chgData name="Benoit CAILLOT" userId="1f316c731c484b2d" providerId="LiveId" clId="{D9785917-625D-471A-ABFA-CCDAEB8DD8EF}" dt="2026-04-21T15:50:00.678" v="450" actId="478"/>
          <ac:spMkLst>
            <pc:docMk/>
            <pc:sldMk cId="1899564923" sldId="325"/>
            <ac:spMk id="6" creationId="{7732BA1F-D7BF-503C-AF5A-CC9966FF6FEE}"/>
          </ac:spMkLst>
        </pc:spChg>
        <pc:spChg chg="del mod">
          <ac:chgData name="Benoit CAILLOT" userId="1f316c731c484b2d" providerId="LiveId" clId="{D9785917-625D-471A-ABFA-CCDAEB8DD8EF}" dt="2026-04-21T15:50:02.888" v="451" actId="478"/>
          <ac:spMkLst>
            <pc:docMk/>
            <pc:sldMk cId="1899564923" sldId="325"/>
            <ac:spMk id="7" creationId="{D5395383-0C85-E04E-4381-F71E5BCC8A46}"/>
          </ac:spMkLst>
        </pc:spChg>
        <pc:spChg chg="del mod">
          <ac:chgData name="Benoit CAILLOT" userId="1f316c731c484b2d" providerId="LiveId" clId="{D9785917-625D-471A-ABFA-CCDAEB8DD8EF}" dt="2026-04-21T15:50:00.678" v="450" actId="478"/>
          <ac:spMkLst>
            <pc:docMk/>
            <pc:sldMk cId="1899564923" sldId="325"/>
            <ac:spMk id="8" creationId="{E279ADB4-F9C1-636A-D479-B2C192853DA9}"/>
          </ac:spMkLst>
        </pc:spChg>
        <pc:spChg chg="mod">
          <ac:chgData name="Benoit CAILLOT" userId="1f316c731c484b2d" providerId="LiveId" clId="{D9785917-625D-471A-ABFA-CCDAEB8DD8EF}" dt="2026-04-20T09:28:19.023" v="388" actId="164"/>
          <ac:spMkLst>
            <pc:docMk/>
            <pc:sldMk cId="1899564923" sldId="325"/>
            <ac:spMk id="9" creationId="{1310CEF8-1007-360E-3C5B-F52B43771B5E}"/>
          </ac:spMkLst>
        </pc:spChg>
        <pc:spChg chg="del mod">
          <ac:chgData name="Benoit CAILLOT" userId="1f316c731c484b2d" providerId="LiveId" clId="{D9785917-625D-471A-ABFA-CCDAEB8DD8EF}" dt="2026-04-21T15:50:00.678" v="450" actId="478"/>
          <ac:spMkLst>
            <pc:docMk/>
            <pc:sldMk cId="1899564923" sldId="325"/>
            <ac:spMk id="10" creationId="{0072B908-D2BE-027B-02B3-572877C1FE3C}"/>
          </ac:spMkLst>
        </pc:spChg>
        <pc:spChg chg="del">
          <ac:chgData name="Benoit CAILLOT" userId="1f316c731c484b2d" providerId="LiveId" clId="{D9785917-625D-471A-ABFA-CCDAEB8DD8EF}" dt="2026-04-21T15:50:00.678" v="450" actId="478"/>
          <ac:spMkLst>
            <pc:docMk/>
            <pc:sldMk cId="1899564923" sldId="325"/>
            <ac:spMk id="11" creationId="{00E11EDB-FB3B-9767-8D1E-D941F4B0DA7F}"/>
          </ac:spMkLst>
        </pc:spChg>
        <pc:spChg chg="del mod">
          <ac:chgData name="Benoit CAILLOT" userId="1f316c731c484b2d" providerId="LiveId" clId="{D9785917-625D-471A-ABFA-CCDAEB8DD8EF}" dt="2026-04-21T15:50:00.678" v="450" actId="478"/>
          <ac:spMkLst>
            <pc:docMk/>
            <pc:sldMk cId="1899564923" sldId="325"/>
            <ac:spMk id="12" creationId="{6377E9AD-A65B-2A5D-9803-CFCCFB6E4E36}"/>
          </ac:spMkLst>
        </pc:spChg>
        <pc:spChg chg="mod">
          <ac:chgData name="Benoit CAILLOT" userId="1f316c731c484b2d" providerId="LiveId" clId="{D9785917-625D-471A-ABFA-CCDAEB8DD8EF}" dt="2026-04-21T15:50:03.288" v="452"/>
          <ac:spMkLst>
            <pc:docMk/>
            <pc:sldMk cId="1899564923" sldId="325"/>
            <ac:spMk id="13" creationId="{7DE0F863-2208-F1D7-8689-DD93A774B5B9}"/>
          </ac:spMkLst>
        </pc:spChg>
        <pc:spChg chg="del mod">
          <ac:chgData name="Benoit CAILLOT" userId="1f316c731c484b2d" providerId="LiveId" clId="{D9785917-625D-471A-ABFA-CCDAEB8DD8EF}" dt="2026-04-21T15:50:00.678" v="450" actId="478"/>
          <ac:spMkLst>
            <pc:docMk/>
            <pc:sldMk cId="1899564923" sldId="325"/>
            <ac:spMk id="14" creationId="{86D236FD-90C6-F96C-A7AD-5DDC55AB8A30}"/>
          </ac:spMkLst>
        </pc:spChg>
        <pc:spChg chg="del mod">
          <ac:chgData name="Benoit CAILLOT" userId="1f316c731c484b2d" providerId="LiveId" clId="{D9785917-625D-471A-ABFA-CCDAEB8DD8EF}" dt="2026-04-21T15:50:00.678" v="450" actId="478"/>
          <ac:spMkLst>
            <pc:docMk/>
            <pc:sldMk cId="1899564923" sldId="325"/>
            <ac:spMk id="15" creationId="{3EEA4FDB-EC3E-7A20-5ACA-29B13C1E9E05}"/>
          </ac:spMkLst>
        </pc:spChg>
        <pc:spChg chg="del mod">
          <ac:chgData name="Benoit CAILLOT" userId="1f316c731c484b2d" providerId="LiveId" clId="{D9785917-625D-471A-ABFA-CCDAEB8DD8EF}" dt="2026-04-21T15:50:00.678" v="450" actId="478"/>
          <ac:spMkLst>
            <pc:docMk/>
            <pc:sldMk cId="1899564923" sldId="325"/>
            <ac:spMk id="16" creationId="{AF451E24-6611-40BB-26A2-78601B3BDF57}"/>
          </ac:spMkLst>
        </pc:spChg>
        <pc:spChg chg="mod">
          <ac:chgData name="Benoit CAILLOT" userId="1f316c731c484b2d" providerId="LiveId" clId="{D9785917-625D-471A-ABFA-CCDAEB8DD8EF}" dt="2026-04-21T15:50:03.288" v="452"/>
          <ac:spMkLst>
            <pc:docMk/>
            <pc:sldMk cId="1899564923" sldId="325"/>
            <ac:spMk id="19" creationId="{A029E481-8401-328C-5D37-2770510CEEAC}"/>
          </ac:spMkLst>
        </pc:spChg>
        <pc:spChg chg="mod">
          <ac:chgData name="Benoit CAILLOT" userId="1f316c731c484b2d" providerId="LiveId" clId="{D9785917-625D-471A-ABFA-CCDAEB8DD8EF}" dt="2026-04-21T15:50:03.288" v="452"/>
          <ac:spMkLst>
            <pc:docMk/>
            <pc:sldMk cId="1899564923" sldId="325"/>
            <ac:spMk id="20" creationId="{908499D9-BB8A-0FA5-2400-558116D90EA9}"/>
          </ac:spMkLst>
        </pc:spChg>
        <pc:spChg chg="mod">
          <ac:chgData name="Benoit CAILLOT" userId="1f316c731c484b2d" providerId="LiveId" clId="{D9785917-625D-471A-ABFA-CCDAEB8DD8EF}" dt="2026-04-21T15:50:03.288" v="452"/>
          <ac:spMkLst>
            <pc:docMk/>
            <pc:sldMk cId="1899564923" sldId="325"/>
            <ac:spMk id="21" creationId="{156811C3-0AF1-63C3-8557-5F911B1303CF}"/>
          </ac:spMkLst>
        </pc:spChg>
        <pc:spChg chg="mod">
          <ac:chgData name="Benoit CAILLOT" userId="1f316c731c484b2d" providerId="LiveId" clId="{D9785917-625D-471A-ABFA-CCDAEB8DD8EF}" dt="2026-04-21T15:50:03.288" v="452"/>
          <ac:spMkLst>
            <pc:docMk/>
            <pc:sldMk cId="1899564923" sldId="325"/>
            <ac:spMk id="23" creationId="{F802564A-7FF5-351D-F95F-1FA550FDF87E}"/>
          </ac:spMkLst>
        </pc:spChg>
        <pc:spChg chg="mod">
          <ac:chgData name="Benoit CAILLOT" userId="1f316c731c484b2d" providerId="LiveId" clId="{D9785917-625D-471A-ABFA-CCDAEB8DD8EF}" dt="2026-04-21T15:50:03.288" v="452"/>
          <ac:spMkLst>
            <pc:docMk/>
            <pc:sldMk cId="1899564923" sldId="325"/>
            <ac:spMk id="24" creationId="{E0FAF037-F80C-8BFF-D253-E5E9F7E3CA2F}"/>
          </ac:spMkLst>
        </pc:spChg>
        <pc:spChg chg="mod">
          <ac:chgData name="Benoit CAILLOT" userId="1f316c731c484b2d" providerId="LiveId" clId="{D9785917-625D-471A-ABFA-CCDAEB8DD8EF}" dt="2026-04-21T15:50:03.288" v="452"/>
          <ac:spMkLst>
            <pc:docMk/>
            <pc:sldMk cId="1899564923" sldId="325"/>
            <ac:spMk id="25" creationId="{25A91E42-713C-3297-71BC-81740B263042}"/>
          </ac:spMkLst>
        </pc:spChg>
        <pc:spChg chg="mod">
          <ac:chgData name="Benoit CAILLOT" userId="1f316c731c484b2d" providerId="LiveId" clId="{D9785917-625D-471A-ABFA-CCDAEB8DD8EF}" dt="2026-04-21T15:50:03.288" v="452"/>
          <ac:spMkLst>
            <pc:docMk/>
            <pc:sldMk cId="1899564923" sldId="325"/>
            <ac:spMk id="26" creationId="{51301022-8FA0-2826-CFAE-76FB45CBE6D3}"/>
          </ac:spMkLst>
        </pc:spChg>
        <pc:spChg chg="mod">
          <ac:chgData name="Benoit CAILLOT" userId="1f316c731c484b2d" providerId="LiveId" clId="{D9785917-625D-471A-ABFA-CCDAEB8DD8EF}" dt="2026-04-21T15:50:03.288" v="452"/>
          <ac:spMkLst>
            <pc:docMk/>
            <pc:sldMk cId="1899564923" sldId="325"/>
            <ac:spMk id="27" creationId="{4597D123-CFC5-5546-81B5-B5B04F4D2B85}"/>
          </ac:spMkLst>
        </pc:spChg>
        <pc:spChg chg="mod">
          <ac:chgData name="Benoit CAILLOT" userId="1f316c731c484b2d" providerId="LiveId" clId="{D9785917-625D-471A-ABFA-CCDAEB8DD8EF}" dt="2026-04-21T15:50:03.288" v="452"/>
          <ac:spMkLst>
            <pc:docMk/>
            <pc:sldMk cId="1899564923" sldId="325"/>
            <ac:spMk id="28" creationId="{36F368C9-F07C-71CB-D5E4-E6E88DA93227}"/>
          </ac:spMkLst>
        </pc:spChg>
        <pc:grpChg chg="add mod">
          <ac:chgData name="Benoit CAILLOT" userId="1f316c731c484b2d" providerId="LiveId" clId="{D9785917-625D-471A-ABFA-CCDAEB8DD8EF}" dt="2026-04-20T09:28:45.126" v="391" actId="1076"/>
          <ac:grpSpMkLst>
            <pc:docMk/>
            <pc:sldMk cId="1899564923" sldId="325"/>
            <ac:grpSpMk id="4" creationId="{5D02A7E3-98FD-78EA-FAEE-5290AEE8BDD7}"/>
          </ac:grpSpMkLst>
        </pc:grpChg>
        <pc:grpChg chg="mod">
          <ac:chgData name="Benoit CAILLOT" userId="1f316c731c484b2d" providerId="LiveId" clId="{D9785917-625D-471A-ABFA-CCDAEB8DD8EF}" dt="2026-04-21T15:50:23.744" v="454" actId="1076"/>
          <ac:grpSpMkLst>
            <pc:docMk/>
            <pc:sldMk cId="1899564923" sldId="325"/>
            <ac:grpSpMk id="5" creationId="{B96A8236-3BC0-47B6-52F6-47AB45663C39}"/>
          </ac:grpSpMkLst>
        </pc:grpChg>
        <pc:cxnChg chg="mod">
          <ac:chgData name="Benoit CAILLOT" userId="1f316c731c484b2d" providerId="LiveId" clId="{D9785917-625D-471A-ABFA-CCDAEB8DD8EF}" dt="2026-04-20T09:28:19.023" v="388" actId="164"/>
          <ac:cxnSpMkLst>
            <pc:docMk/>
            <pc:sldMk cId="1899564923" sldId="325"/>
            <ac:cxnSpMk id="17" creationId="{1D1FBD59-24BE-BB60-63DC-1EB26C3D6AF1}"/>
          </ac:cxnSpMkLst>
        </pc:cxnChg>
        <pc:cxnChg chg="mod">
          <ac:chgData name="Benoit CAILLOT" userId="1f316c731c484b2d" providerId="LiveId" clId="{D9785917-625D-471A-ABFA-CCDAEB8DD8EF}" dt="2026-04-20T09:28:19.023" v="388" actId="164"/>
          <ac:cxnSpMkLst>
            <pc:docMk/>
            <pc:sldMk cId="1899564923" sldId="325"/>
            <ac:cxnSpMk id="18" creationId="{EAC4B8BE-3905-6039-EFC5-616512A1D070}"/>
          </ac:cxnSpMkLst>
        </pc:cxnChg>
      </pc:sldChg>
      <pc:sldChg chg="addSp delSp modSp add mod">
        <pc:chgData name="Benoit CAILLOT" userId="1f316c731c484b2d" providerId="LiveId" clId="{D9785917-625D-471A-ABFA-CCDAEB8DD8EF}" dt="2026-04-20T09:30:17.404" v="404" actId="1076"/>
        <pc:sldMkLst>
          <pc:docMk/>
          <pc:sldMk cId="3555941620" sldId="326"/>
        </pc:sldMkLst>
        <pc:spChg chg="mod">
          <ac:chgData name="Benoit CAILLOT" userId="1f316c731c484b2d" providerId="LiveId" clId="{D9785917-625D-471A-ABFA-CCDAEB8DD8EF}" dt="2026-04-20T09:30:05.053" v="400" actId="164"/>
          <ac:spMkLst>
            <pc:docMk/>
            <pc:sldMk cId="3555941620" sldId="326"/>
            <ac:spMk id="4" creationId="{20A9E57A-4882-D0C6-BF19-335E5D666090}"/>
          </ac:spMkLst>
        </pc:spChg>
        <pc:spChg chg="mod">
          <ac:chgData name="Benoit CAILLOT" userId="1f316c731c484b2d" providerId="LiveId" clId="{D9785917-625D-471A-ABFA-CCDAEB8DD8EF}" dt="2026-04-20T09:30:05.053" v="400" actId="164"/>
          <ac:spMkLst>
            <pc:docMk/>
            <pc:sldMk cId="3555941620" sldId="326"/>
            <ac:spMk id="5" creationId="{F9C2CC0D-0CD4-3E53-3FF5-AE3DA34AC2EC}"/>
          </ac:spMkLst>
        </pc:spChg>
        <pc:spChg chg="mod">
          <ac:chgData name="Benoit CAILLOT" userId="1f316c731c484b2d" providerId="LiveId" clId="{D9785917-625D-471A-ABFA-CCDAEB8DD8EF}" dt="2026-04-20T09:30:05.053" v="400" actId="164"/>
          <ac:spMkLst>
            <pc:docMk/>
            <pc:sldMk cId="3555941620" sldId="326"/>
            <ac:spMk id="6" creationId="{A16B8540-1D7C-42EB-ED8E-F8D0E55620BB}"/>
          </ac:spMkLst>
        </pc:spChg>
        <pc:spChg chg="mod">
          <ac:chgData name="Benoit CAILLOT" userId="1f316c731c484b2d" providerId="LiveId" clId="{D9785917-625D-471A-ABFA-CCDAEB8DD8EF}" dt="2026-04-20T09:30:05.053" v="400" actId="164"/>
          <ac:spMkLst>
            <pc:docMk/>
            <pc:sldMk cId="3555941620" sldId="326"/>
            <ac:spMk id="7" creationId="{617285C6-D7E0-B8F9-5C83-D7B4DDB5B45F}"/>
          </ac:spMkLst>
        </pc:spChg>
        <pc:spChg chg="mod">
          <ac:chgData name="Benoit CAILLOT" userId="1f316c731c484b2d" providerId="LiveId" clId="{D9785917-625D-471A-ABFA-CCDAEB8DD8EF}" dt="2026-04-20T09:30:05.053" v="400" actId="164"/>
          <ac:spMkLst>
            <pc:docMk/>
            <pc:sldMk cId="3555941620" sldId="326"/>
            <ac:spMk id="8" creationId="{0B298DDB-72AD-5178-973A-696B3AE42A48}"/>
          </ac:spMkLst>
        </pc:spChg>
        <pc:spChg chg="mod">
          <ac:chgData name="Benoit CAILLOT" userId="1f316c731c484b2d" providerId="LiveId" clId="{D9785917-625D-471A-ABFA-CCDAEB8DD8EF}" dt="2026-04-20T09:30:05.053" v="400" actId="164"/>
          <ac:spMkLst>
            <pc:docMk/>
            <pc:sldMk cId="3555941620" sldId="326"/>
            <ac:spMk id="9" creationId="{9F05ABFB-F332-9700-054A-0283743BF30E}"/>
          </ac:spMkLst>
        </pc:spChg>
        <pc:spChg chg="mod">
          <ac:chgData name="Benoit CAILLOT" userId="1f316c731c484b2d" providerId="LiveId" clId="{D9785917-625D-471A-ABFA-CCDAEB8DD8EF}" dt="2026-04-20T09:30:05.053" v="400" actId="164"/>
          <ac:spMkLst>
            <pc:docMk/>
            <pc:sldMk cId="3555941620" sldId="326"/>
            <ac:spMk id="10" creationId="{F5E5FBD8-785C-862E-7B78-7D92189890B9}"/>
          </ac:spMkLst>
        </pc:spChg>
        <pc:spChg chg="mod">
          <ac:chgData name="Benoit CAILLOT" userId="1f316c731c484b2d" providerId="LiveId" clId="{D9785917-625D-471A-ABFA-CCDAEB8DD8EF}" dt="2026-04-20T09:30:05.053" v="400" actId="164"/>
          <ac:spMkLst>
            <pc:docMk/>
            <pc:sldMk cId="3555941620" sldId="326"/>
            <ac:spMk id="11" creationId="{3A3E0618-71E1-D0AD-D619-814F7539BDD7}"/>
          </ac:spMkLst>
        </pc:spChg>
        <pc:spChg chg="mod">
          <ac:chgData name="Benoit CAILLOT" userId="1f316c731c484b2d" providerId="LiveId" clId="{D9785917-625D-471A-ABFA-CCDAEB8DD8EF}" dt="2026-04-20T09:30:13.730" v="403" actId="164"/>
          <ac:spMkLst>
            <pc:docMk/>
            <pc:sldMk cId="3555941620" sldId="326"/>
            <ac:spMk id="12" creationId="{ECE7F05B-85AC-C064-3B57-4C245C239A1E}"/>
          </ac:spMkLst>
        </pc:spChg>
        <pc:spChg chg="mod">
          <ac:chgData name="Benoit CAILLOT" userId="1f316c731c484b2d" providerId="LiveId" clId="{D9785917-625D-471A-ABFA-CCDAEB8DD8EF}" dt="2026-04-20T09:30:13.730" v="403" actId="164"/>
          <ac:spMkLst>
            <pc:docMk/>
            <pc:sldMk cId="3555941620" sldId="326"/>
            <ac:spMk id="13" creationId="{D97B82AD-4F2F-64E9-4870-54D58A6B5936}"/>
          </ac:spMkLst>
        </pc:spChg>
        <pc:spChg chg="mod">
          <ac:chgData name="Benoit CAILLOT" userId="1f316c731c484b2d" providerId="LiveId" clId="{D9785917-625D-471A-ABFA-CCDAEB8DD8EF}" dt="2026-04-20T09:30:05.053" v="400" actId="164"/>
          <ac:spMkLst>
            <pc:docMk/>
            <pc:sldMk cId="3555941620" sldId="326"/>
            <ac:spMk id="14" creationId="{FE9B079F-3EF3-8C8E-1FE6-B2A7130576C5}"/>
          </ac:spMkLst>
        </pc:spChg>
        <pc:spChg chg="mod">
          <ac:chgData name="Benoit CAILLOT" userId="1f316c731c484b2d" providerId="LiveId" clId="{D9785917-625D-471A-ABFA-CCDAEB8DD8EF}" dt="2026-04-20T09:30:05.053" v="400" actId="164"/>
          <ac:spMkLst>
            <pc:docMk/>
            <pc:sldMk cId="3555941620" sldId="326"/>
            <ac:spMk id="15" creationId="{87408A0C-8D9E-D9B3-AF97-3B1556879C1E}"/>
          </ac:spMkLst>
        </pc:spChg>
        <pc:grpChg chg="mod">
          <ac:chgData name="Benoit CAILLOT" userId="1f316c731c484b2d" providerId="LiveId" clId="{D9785917-625D-471A-ABFA-CCDAEB8DD8EF}" dt="2026-04-20T09:30:13.730" v="403" actId="164"/>
          <ac:grpSpMkLst>
            <pc:docMk/>
            <pc:sldMk cId="3555941620" sldId="326"/>
            <ac:grpSpMk id="18" creationId="{16E29BAB-60D2-3798-A9B3-FBE3EBF7D89E}"/>
          </ac:grpSpMkLst>
        </pc:grpChg>
        <pc:grpChg chg="add mod">
          <ac:chgData name="Benoit CAILLOT" userId="1f316c731c484b2d" providerId="LiveId" clId="{D9785917-625D-471A-ABFA-CCDAEB8DD8EF}" dt="2026-04-20T09:30:17.404" v="404" actId="1076"/>
          <ac:grpSpMkLst>
            <pc:docMk/>
            <pc:sldMk cId="3555941620" sldId="326"/>
            <ac:grpSpMk id="19" creationId="{C3B87A4D-8CF7-92E2-F736-B90EDAA108C4}"/>
          </ac:grpSpMkLst>
        </pc:grpChg>
        <pc:cxnChg chg="del">
          <ac:chgData name="Benoit CAILLOT" userId="1f316c731c484b2d" providerId="LiveId" clId="{D9785917-625D-471A-ABFA-CCDAEB8DD8EF}" dt="2026-04-20T09:29:43.160" v="396" actId="478"/>
          <ac:cxnSpMkLst>
            <pc:docMk/>
            <pc:sldMk cId="3555941620" sldId="326"/>
            <ac:cxnSpMk id="16" creationId="{403CABE6-67F2-FACE-4806-B7698C7FAFE9}"/>
          </ac:cxnSpMkLst>
        </pc:cxnChg>
        <pc:cxnChg chg="del">
          <ac:chgData name="Benoit CAILLOT" userId="1f316c731c484b2d" providerId="LiveId" clId="{D9785917-625D-471A-ABFA-CCDAEB8DD8EF}" dt="2026-04-20T09:29:47.632" v="398" actId="478"/>
          <ac:cxnSpMkLst>
            <pc:docMk/>
            <pc:sldMk cId="3555941620" sldId="326"/>
            <ac:cxnSpMk id="17" creationId="{81644FF0-DDB3-5ED9-8C22-CCE46B4C757C}"/>
          </ac:cxnSpMkLst>
        </pc:cxnChg>
      </pc:sldChg>
      <pc:sldChg chg="addSp delSp new mod">
        <pc:chgData name="Benoit CAILLOT" userId="1f316c731c484b2d" providerId="LiveId" clId="{D9785917-625D-471A-ABFA-CCDAEB8DD8EF}" dt="2026-04-21T15:51:28.783" v="464" actId="478"/>
        <pc:sldMkLst>
          <pc:docMk/>
          <pc:sldMk cId="2989213731" sldId="327"/>
        </pc:sldMkLst>
        <pc:picChg chg="add del">
          <ac:chgData name="Benoit CAILLOT" userId="1f316c731c484b2d" providerId="LiveId" clId="{D9785917-625D-471A-ABFA-CCDAEB8DD8EF}" dt="2026-04-21T15:51:28.783" v="464" actId="478"/>
          <ac:picMkLst>
            <pc:docMk/>
            <pc:sldMk cId="2989213731" sldId="327"/>
            <ac:picMk id="3" creationId="{BF5938C6-4A62-C5C5-2EF2-9EC2FC3DF5BB}"/>
          </ac:picMkLst>
        </pc:picChg>
      </pc:sldChg>
      <pc:sldChg chg="delSp modSp add mod">
        <pc:chgData name="Benoit CAILLOT" userId="1f316c731c484b2d" providerId="LiveId" clId="{D9785917-625D-471A-ABFA-CCDAEB8DD8EF}" dt="2026-04-21T15:51:17.518" v="463" actId="1076"/>
        <pc:sldMkLst>
          <pc:docMk/>
          <pc:sldMk cId="1458698700" sldId="328"/>
        </pc:sldMkLst>
        <pc:spChg chg="del">
          <ac:chgData name="Benoit CAILLOT" userId="1f316c731c484b2d" providerId="LiveId" clId="{D9785917-625D-471A-ABFA-CCDAEB8DD8EF}" dt="2026-04-21T15:50:36.217" v="456" actId="478"/>
          <ac:spMkLst>
            <pc:docMk/>
            <pc:sldMk cId="1458698700" sldId="328"/>
            <ac:spMk id="9" creationId="{1310CEF8-1007-360E-3C5B-F52B43771B5E}"/>
          </ac:spMkLst>
        </pc:spChg>
        <pc:spChg chg="mod">
          <ac:chgData name="Benoit CAILLOT" userId="1f316c731c484b2d" providerId="LiveId" clId="{D9785917-625D-471A-ABFA-CCDAEB8DD8EF}" dt="2026-04-21T15:50:59.832" v="462" actId="1076"/>
          <ac:spMkLst>
            <pc:docMk/>
            <pc:sldMk cId="1458698700" sldId="328"/>
            <ac:spMk id="19" creationId="{50497F1B-115F-1A89-6345-F34C6472A148}"/>
          </ac:spMkLst>
        </pc:spChg>
        <pc:grpChg chg="mod">
          <ac:chgData name="Benoit CAILLOT" userId="1f316c731c484b2d" providerId="LiveId" clId="{D9785917-625D-471A-ABFA-CCDAEB8DD8EF}" dt="2026-04-21T15:51:17.518" v="463" actId="1076"/>
          <ac:grpSpMkLst>
            <pc:docMk/>
            <pc:sldMk cId="1458698700" sldId="328"/>
            <ac:grpSpMk id="4" creationId="{66A7CA94-FA89-1519-05D5-3F1FF19699F1}"/>
          </ac:grpSpMkLst>
        </pc:grpChg>
        <pc:cxnChg chg="del">
          <ac:chgData name="Benoit CAILLOT" userId="1f316c731c484b2d" providerId="LiveId" clId="{D9785917-625D-471A-ABFA-CCDAEB8DD8EF}" dt="2026-04-21T15:50:38.962" v="458" actId="478"/>
          <ac:cxnSpMkLst>
            <pc:docMk/>
            <pc:sldMk cId="1458698700" sldId="328"/>
            <ac:cxnSpMk id="17" creationId="{1D1FBD59-24BE-BB60-63DC-1EB26C3D6AF1}"/>
          </ac:cxnSpMkLst>
        </pc:cxnChg>
        <pc:cxnChg chg="del">
          <ac:chgData name="Benoit CAILLOT" userId="1f316c731c484b2d" providerId="LiveId" clId="{D9785917-625D-471A-ABFA-CCDAEB8DD8EF}" dt="2026-04-21T15:50:38.211" v="457" actId="478"/>
          <ac:cxnSpMkLst>
            <pc:docMk/>
            <pc:sldMk cId="1458698700" sldId="328"/>
            <ac:cxnSpMk id="18" creationId="{EAC4B8BE-3905-6039-EFC5-616512A1D07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09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91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088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84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83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422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689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04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6207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839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B7675-6713-2447-9D8C-6FA6655A1556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E7A4A-8235-DE4A-A5F7-EFA4E3F445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582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21000">
              <a:srgbClr val="F9F9F9"/>
            </a:gs>
            <a:gs pos="64000">
              <a:srgbClr val="C9C4C3"/>
            </a:gs>
            <a:gs pos="100000">
              <a:srgbClr val="7F7F7F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5EE3E-85B6-37F6-B7E6-2CCF9CADDEF7}"/>
              </a:ext>
            </a:extLst>
          </p:cNvPr>
          <p:cNvSpPr/>
          <p:nvPr/>
        </p:nvSpPr>
        <p:spPr>
          <a:xfrm>
            <a:off x="0" y="0"/>
            <a:ext cx="12192000" cy="4793381"/>
          </a:xfrm>
          <a:prstGeom prst="rect">
            <a:avLst/>
          </a:prstGeom>
          <a:gradFill flip="none" rotWithShape="1">
            <a:gsLst>
              <a:gs pos="0">
                <a:srgbClr val="041C58"/>
              </a:gs>
              <a:gs pos="21000">
                <a:srgbClr val="1F63A6"/>
              </a:gs>
              <a:gs pos="52000">
                <a:srgbClr val="3A7FD6"/>
              </a:gs>
              <a:gs pos="100000">
                <a:srgbClr val="4498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B2D70F2-F180-CDE2-E604-01302845CC5D}"/>
              </a:ext>
            </a:extLst>
          </p:cNvPr>
          <p:cNvSpPr txBox="1"/>
          <p:nvPr/>
        </p:nvSpPr>
        <p:spPr>
          <a:xfrm>
            <a:off x="6419088" y="5455123"/>
            <a:ext cx="4332445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900430" algn="l"/>
              </a:tabLst>
            </a:pPr>
            <a:r>
              <a:rPr lang="fr-FR" sz="2400" dirty="0"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Benoit CAILLOT - septembre 2025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295AB5C-E350-054E-BC79-6EBD2CEA9486}"/>
              </a:ext>
            </a:extLst>
          </p:cNvPr>
          <p:cNvSpPr txBox="1"/>
          <p:nvPr/>
        </p:nvSpPr>
        <p:spPr>
          <a:xfrm>
            <a:off x="657411" y="2645103"/>
            <a:ext cx="1136858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/>
                </a:solidFill>
                <a:cs typeface="Calibri Light" panose="020F0302020204030204" pitchFamily="34" charset="0"/>
              </a:rPr>
              <a:t>IMMO CONFORM</a:t>
            </a:r>
            <a:r>
              <a:rPr lang="fr-FR" sz="3200" b="1" i="1" dirty="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</a:p>
          <a:p>
            <a:r>
              <a:rPr lang="fr-FR" sz="3200" i="1" dirty="0">
                <a:solidFill>
                  <a:schemeClr val="bg1"/>
                </a:solidFill>
                <a:cs typeface="Calibri Light" panose="020F0302020204030204" pitchFamily="34" charset="0"/>
              </a:rPr>
              <a:t>Diagnostics immobiliers</a:t>
            </a:r>
            <a:endParaRPr lang="fr-FR" sz="5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DC2C4D2-1BFF-893C-B432-8938D0B19516}"/>
              </a:ext>
            </a:extLst>
          </p:cNvPr>
          <p:cNvSpPr txBox="1"/>
          <p:nvPr/>
        </p:nvSpPr>
        <p:spPr>
          <a:xfrm>
            <a:off x="657411" y="606127"/>
            <a:ext cx="96492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CHARTE GRAPHIQUE</a:t>
            </a:r>
            <a:endParaRPr lang="fr-FR" sz="6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41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21000">
              <a:srgbClr val="F9F9F9"/>
            </a:gs>
            <a:gs pos="64000">
              <a:srgbClr val="C9C4C3"/>
            </a:gs>
            <a:gs pos="100000">
              <a:srgbClr val="7F7F7F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5EE3E-85B6-37F6-B7E6-2CCF9CADD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41C58"/>
              </a:gs>
              <a:gs pos="21000">
                <a:srgbClr val="1F63A6"/>
              </a:gs>
              <a:gs pos="52000">
                <a:srgbClr val="3A7FD6"/>
              </a:gs>
              <a:gs pos="100000">
                <a:srgbClr val="4498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DC2C4D2-1BFF-893C-B432-8938D0B19516}"/>
              </a:ext>
            </a:extLst>
          </p:cNvPr>
          <p:cNvSpPr txBox="1"/>
          <p:nvPr/>
        </p:nvSpPr>
        <p:spPr>
          <a:xfrm>
            <a:off x="838386" y="2105561"/>
            <a:ext cx="9649206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6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LOGO</a:t>
            </a:r>
            <a:endParaRPr lang="fr-FR" sz="6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28692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13C4722-7372-E2C9-236F-AAE653905BC9}"/>
              </a:ext>
            </a:extLst>
          </p:cNvPr>
          <p:cNvSpPr/>
          <p:nvPr/>
        </p:nvSpPr>
        <p:spPr>
          <a:xfrm>
            <a:off x="442331" y="1069711"/>
            <a:ext cx="2252743" cy="666714"/>
          </a:xfrm>
          <a:prstGeom prst="rect">
            <a:avLst/>
          </a:prstGeom>
          <a:solidFill>
            <a:srgbClr val="0104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#041C58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4-28-88</a:t>
            </a:r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7F1F9D-3B75-71E1-B440-8BAD071908DB}"/>
              </a:ext>
            </a:extLst>
          </p:cNvPr>
          <p:cNvSpPr/>
          <p:nvPr/>
        </p:nvSpPr>
        <p:spPr>
          <a:xfrm>
            <a:off x="442331" y="5072033"/>
            <a:ext cx="2252743" cy="66671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#595959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89-89-89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A607FC-FD32-1E36-422D-68E31B0D01E9}"/>
              </a:ext>
            </a:extLst>
          </p:cNvPr>
          <p:cNvSpPr/>
          <p:nvPr/>
        </p:nvSpPr>
        <p:spPr>
          <a:xfrm>
            <a:off x="442331" y="1880645"/>
            <a:ext cx="2252743" cy="666714"/>
          </a:xfrm>
          <a:prstGeom prst="rect">
            <a:avLst/>
          </a:prstGeom>
          <a:solidFill>
            <a:srgbClr val="0D3379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#0D3379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13-51-121</a:t>
            </a:r>
            <a:endParaRPr lang="fr-F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6AFCBC-A1E4-FB5C-68BB-644825F8E407}"/>
              </a:ext>
            </a:extLst>
          </p:cNvPr>
          <p:cNvSpPr/>
          <p:nvPr/>
        </p:nvSpPr>
        <p:spPr>
          <a:xfrm>
            <a:off x="442331" y="2691579"/>
            <a:ext cx="2252743" cy="666714"/>
          </a:xfrm>
          <a:prstGeom prst="rect">
            <a:avLst/>
          </a:prstGeom>
          <a:solidFill>
            <a:srgbClr val="1E54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#1E54A8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30-84-168</a:t>
            </a:r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BB0603-727A-13C4-0142-2502A20298ED}"/>
              </a:ext>
            </a:extLst>
          </p:cNvPr>
          <p:cNvSpPr/>
          <p:nvPr/>
        </p:nvSpPr>
        <p:spPr>
          <a:xfrm>
            <a:off x="442331" y="3502513"/>
            <a:ext cx="2252743" cy="666714"/>
          </a:xfrm>
          <a:prstGeom prst="rect">
            <a:avLst/>
          </a:prstGeom>
          <a:solidFill>
            <a:srgbClr val="3A7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#041C58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4-28-88</a:t>
            </a:r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EF0C2F-C302-AE1A-5A20-D095B6061E38}"/>
              </a:ext>
            </a:extLst>
          </p:cNvPr>
          <p:cNvSpPr/>
          <p:nvPr/>
        </p:nvSpPr>
        <p:spPr>
          <a:xfrm>
            <a:off x="442331" y="4287273"/>
            <a:ext cx="2252743" cy="666714"/>
          </a:xfrm>
          <a:prstGeom prst="rect">
            <a:avLst/>
          </a:prstGeom>
          <a:solidFill>
            <a:srgbClr val="449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#4498F0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68-152-240</a:t>
            </a:r>
            <a:endParaRPr lang="fr-FR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DF6F734A-149D-2C67-3658-4A291B3EC52A}"/>
              </a:ext>
            </a:extLst>
          </p:cNvPr>
          <p:cNvSpPr txBox="1"/>
          <p:nvPr/>
        </p:nvSpPr>
        <p:spPr>
          <a:xfrm>
            <a:off x="4253521" y="4532571"/>
            <a:ext cx="624491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200" b="1" spc="120" dirty="0">
                <a:solidFill>
                  <a:srgbClr val="0D3379"/>
                </a:solidFill>
              </a:rPr>
              <a:t>IMMO</a:t>
            </a:r>
            <a:r>
              <a:rPr lang="fr-FR" sz="6200" b="1" spc="1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CONFORM</a:t>
            </a:r>
          </a:p>
          <a:p>
            <a:pPr algn="ctr"/>
            <a:r>
              <a:rPr lang="fr-FR" sz="3200" spc="1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DIAGNOSTICS IMMOBILIER </a:t>
            </a:r>
            <a:endParaRPr lang="fr-FR" sz="2400" spc="12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AD8542AC-4163-B0CF-761C-7AAB6576FC61}"/>
              </a:ext>
            </a:extLst>
          </p:cNvPr>
          <p:cNvCxnSpPr/>
          <p:nvPr/>
        </p:nvCxnSpPr>
        <p:spPr>
          <a:xfrm>
            <a:off x="4578875" y="5802659"/>
            <a:ext cx="330009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29EA2ECC-DBDE-071D-DB9D-B39031F17FF1}"/>
              </a:ext>
            </a:extLst>
          </p:cNvPr>
          <p:cNvCxnSpPr/>
          <p:nvPr/>
        </p:nvCxnSpPr>
        <p:spPr>
          <a:xfrm>
            <a:off x="9859019" y="5802659"/>
            <a:ext cx="330009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36E954C-6887-7D48-4102-6A7D256B76ED}"/>
              </a:ext>
            </a:extLst>
          </p:cNvPr>
          <p:cNvGrpSpPr/>
          <p:nvPr/>
        </p:nvGrpSpPr>
        <p:grpSpPr>
          <a:xfrm>
            <a:off x="5712415" y="1448402"/>
            <a:ext cx="3327127" cy="3496672"/>
            <a:chOff x="4580843" y="798138"/>
            <a:chExt cx="3327127" cy="3496672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53458FE0-9438-39B3-9BF5-6BA16648C271}"/>
                </a:ext>
              </a:extLst>
            </p:cNvPr>
            <p:cNvSpPr/>
            <p:nvPr/>
          </p:nvSpPr>
          <p:spPr>
            <a:xfrm rot="7817826">
              <a:off x="6055167" y="3316298"/>
              <a:ext cx="896498" cy="1060526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2456 w 574174"/>
                <a:gd name="connsiteY0" fmla="*/ 0 h 742950"/>
                <a:gd name="connsiteX1" fmla="*/ 574174 w 574174"/>
                <a:gd name="connsiteY1" fmla="*/ 742950 h 742950"/>
                <a:gd name="connsiteX2" fmla="*/ 0 w 574174"/>
                <a:gd name="connsiteY2" fmla="*/ 362884 h 742950"/>
                <a:gd name="connsiteX3" fmla="*/ 2456 w 574174"/>
                <a:gd name="connsiteY3" fmla="*/ 0 h 742950"/>
                <a:gd name="connsiteX0" fmla="*/ 2456 w 525049"/>
                <a:gd name="connsiteY0" fmla="*/ 0 h 602878"/>
                <a:gd name="connsiteX1" fmla="*/ 525049 w 525049"/>
                <a:gd name="connsiteY1" fmla="*/ 602878 h 602878"/>
                <a:gd name="connsiteX2" fmla="*/ 0 w 525049"/>
                <a:gd name="connsiteY2" fmla="*/ 362884 h 602878"/>
                <a:gd name="connsiteX3" fmla="*/ 2456 w 525049"/>
                <a:gd name="connsiteY3" fmla="*/ 0 h 602878"/>
                <a:gd name="connsiteX0" fmla="*/ 3962 w 526555"/>
                <a:gd name="connsiteY0" fmla="*/ 0 h 602878"/>
                <a:gd name="connsiteX1" fmla="*/ 526555 w 526555"/>
                <a:gd name="connsiteY1" fmla="*/ 602878 h 602878"/>
                <a:gd name="connsiteX2" fmla="*/ 0 w 526555"/>
                <a:gd name="connsiteY2" fmla="*/ 355563 h 602878"/>
                <a:gd name="connsiteX3" fmla="*/ 3962 w 526555"/>
                <a:gd name="connsiteY3" fmla="*/ 0 h 60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555" h="602878">
                  <a:moveTo>
                    <a:pt x="3962" y="0"/>
                  </a:moveTo>
                  <a:lnTo>
                    <a:pt x="526555" y="602878"/>
                  </a:lnTo>
                  <a:lnTo>
                    <a:pt x="0" y="355563"/>
                  </a:lnTo>
                  <a:cubicBezTo>
                    <a:pt x="819" y="234602"/>
                    <a:pt x="3143" y="120961"/>
                    <a:pt x="3962" y="0"/>
                  </a:cubicBezTo>
                  <a:close/>
                </a:path>
              </a:pathLst>
            </a:custGeom>
            <a:solidFill>
              <a:srgbClr val="041C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E41CEDA5-437B-D3CB-1D3B-7CC70ADF8A12}"/>
                </a:ext>
              </a:extLst>
            </p:cNvPr>
            <p:cNvSpPr/>
            <p:nvPr/>
          </p:nvSpPr>
          <p:spPr>
            <a:xfrm>
              <a:off x="6307591" y="798138"/>
              <a:ext cx="1600379" cy="1385361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3011 w 571718"/>
                <a:gd name="connsiteY2" fmla="*/ 414094 h 742950"/>
                <a:gd name="connsiteX3" fmla="*/ 0 w 571718"/>
                <a:gd name="connsiteY3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4517 w 571718"/>
                <a:gd name="connsiteY2" fmla="*/ 414094 h 742950"/>
                <a:gd name="connsiteX3" fmla="*/ 0 w 571718"/>
                <a:gd name="connsite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11813 w 571718"/>
                <a:gd name="csY2" fmla="*/ 340351 h 742950"/>
                <a:gd name="csX3" fmla="*/ 0 w 571718"/>
                <a:gd name="cs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4517 w 571718"/>
                <a:gd name="csY2" fmla="*/ 331748 h 742950"/>
                <a:gd name="csX3" fmla="*/ 0 w 571718"/>
                <a:gd name="cs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3605 w 571718"/>
                <a:gd name="csY2" fmla="*/ 335435 h 742950"/>
                <a:gd name="csX3" fmla="*/ 0 w 571718"/>
                <a:gd name="csY3" fmla="*/ 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1718" h="742950">
                  <a:moveTo>
                    <a:pt x="0" y="0"/>
                  </a:moveTo>
                  <a:lnTo>
                    <a:pt x="571718" y="742950"/>
                  </a:lnTo>
                  <a:cubicBezTo>
                    <a:pt x="382651" y="633331"/>
                    <a:pt x="192672" y="445054"/>
                    <a:pt x="3605" y="335435"/>
                  </a:cubicBezTo>
                  <a:cubicBezTo>
                    <a:pt x="2601" y="197404"/>
                    <a:pt x="1004" y="138031"/>
                    <a:pt x="0" y="0"/>
                  </a:cubicBezTo>
                  <a:close/>
                </a:path>
              </a:pathLst>
            </a:custGeom>
            <a:solidFill>
              <a:srgbClr val="3A7F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2DD1AAD2-F237-A8A6-27BE-0C4CCD9D2C3B}"/>
                </a:ext>
              </a:extLst>
            </p:cNvPr>
            <p:cNvSpPr/>
            <p:nvPr/>
          </p:nvSpPr>
          <p:spPr>
            <a:xfrm>
              <a:off x="6307591" y="800286"/>
              <a:ext cx="1600379" cy="1385361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0 w 910684"/>
                <a:gd name="connsiteY0" fmla="*/ 0 h 720834"/>
                <a:gd name="connsiteX1" fmla="*/ 910684 w 910684"/>
                <a:gd name="connsiteY1" fmla="*/ 720834 h 720834"/>
                <a:gd name="connsiteX2" fmla="*/ 338966 w 910684"/>
                <a:gd name="connsiteY2" fmla="*/ 387459 h 720834"/>
                <a:gd name="connsiteX3" fmla="*/ 0 w 910684"/>
                <a:gd name="connsiteY3" fmla="*/ 0 h 720834"/>
                <a:gd name="connsiteX0" fmla="*/ 0 w 957353"/>
                <a:gd name="connsiteY0" fmla="*/ 0 h 563561"/>
                <a:gd name="connsiteX1" fmla="*/ 957353 w 957353"/>
                <a:gd name="connsiteY1" fmla="*/ 563561 h 563561"/>
                <a:gd name="connsiteX2" fmla="*/ 338966 w 957353"/>
                <a:gd name="connsiteY2" fmla="*/ 387459 h 563561"/>
                <a:gd name="connsiteX3" fmla="*/ 0 w 957353"/>
                <a:gd name="connsiteY3" fmla="*/ 0 h 563561"/>
                <a:gd name="connsiteX0" fmla="*/ 0 w 957353"/>
                <a:gd name="connsiteY0" fmla="*/ 0 h 773268"/>
                <a:gd name="connsiteX1" fmla="*/ 957353 w 957353"/>
                <a:gd name="connsiteY1" fmla="*/ 563561 h 773268"/>
                <a:gd name="connsiteX2" fmla="*/ 599330 w 957353"/>
                <a:gd name="connsiteY2" fmla="*/ 773268 h 773268"/>
                <a:gd name="connsiteX3" fmla="*/ 0 w 957353"/>
                <a:gd name="connsiteY3" fmla="*/ 0 h 773268"/>
                <a:gd name="connsiteX0" fmla="*/ 0 w 935247"/>
                <a:gd name="connsiteY0" fmla="*/ 0 h 751152"/>
                <a:gd name="connsiteX1" fmla="*/ 935247 w 935247"/>
                <a:gd name="connsiteY1" fmla="*/ 541445 h 751152"/>
                <a:gd name="connsiteX2" fmla="*/ 577224 w 935247"/>
                <a:gd name="connsiteY2" fmla="*/ 751152 h 751152"/>
                <a:gd name="connsiteX3" fmla="*/ 0 w 935247"/>
                <a:gd name="connsiteY3" fmla="*/ 0 h 751152"/>
                <a:gd name="connsiteX0" fmla="*/ 0 w 945072"/>
                <a:gd name="connsiteY0" fmla="*/ 0 h 765897"/>
                <a:gd name="connsiteX1" fmla="*/ 945072 w 945072"/>
                <a:gd name="connsiteY1" fmla="*/ 556190 h 765897"/>
                <a:gd name="connsiteX2" fmla="*/ 587049 w 945072"/>
                <a:gd name="connsiteY2" fmla="*/ 765897 h 765897"/>
                <a:gd name="connsiteX3" fmla="*/ 0 w 945072"/>
                <a:gd name="connsiteY3" fmla="*/ 0 h 765897"/>
                <a:gd name="connsiteX0" fmla="*/ 0 w 935247"/>
                <a:gd name="connsiteY0" fmla="*/ 0 h 749514"/>
                <a:gd name="connsiteX1" fmla="*/ 935247 w 935247"/>
                <a:gd name="connsiteY1" fmla="*/ 539807 h 749514"/>
                <a:gd name="connsiteX2" fmla="*/ 577224 w 935247"/>
                <a:gd name="connsiteY2" fmla="*/ 749514 h 749514"/>
                <a:gd name="connsiteX3" fmla="*/ 0 w 935247"/>
                <a:gd name="connsiteY3" fmla="*/ 0 h 749514"/>
                <a:gd name="connsiteX0" fmla="*/ 0 w 935247"/>
                <a:gd name="connsiteY0" fmla="*/ 0 h 741981"/>
                <a:gd name="connsiteX1" fmla="*/ 935247 w 935247"/>
                <a:gd name="connsiteY1" fmla="*/ 539807 h 741981"/>
                <a:gd name="connsiteX2" fmla="*/ 577224 w 935247"/>
                <a:gd name="connsiteY2" fmla="*/ 741981 h 741981"/>
                <a:gd name="connsiteX3" fmla="*/ 0 w 935247"/>
                <a:gd name="connsiteY3" fmla="*/ 0 h 741981"/>
                <a:gd name="connsiteX0" fmla="*/ 0 w 959578"/>
                <a:gd name="connsiteY0" fmla="*/ 0 h 741981"/>
                <a:gd name="connsiteX1" fmla="*/ 959578 w 959578"/>
                <a:gd name="connsiteY1" fmla="*/ 551860 h 741981"/>
                <a:gd name="connsiteX2" fmla="*/ 577224 w 959578"/>
                <a:gd name="connsiteY2" fmla="*/ 741981 h 741981"/>
                <a:gd name="connsiteX3" fmla="*/ 0 w 959578"/>
                <a:gd name="connsiteY3" fmla="*/ 0 h 741981"/>
                <a:gd name="csX0" fmla="*/ 0 w 960443"/>
                <a:gd name="csY0" fmla="*/ 0 h 910717"/>
                <a:gd name="csX1" fmla="*/ 959578 w 960443"/>
                <a:gd name="csY1" fmla="*/ 551860 h 910717"/>
                <a:gd name="csX2" fmla="*/ 960443 w 960443"/>
                <a:gd name="csY2" fmla="*/ 910717 h 910717"/>
                <a:gd name="csX3" fmla="*/ 0 w 960443"/>
                <a:gd name="csY3" fmla="*/ 0 h 910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60443" h="910717">
                  <a:moveTo>
                    <a:pt x="0" y="0"/>
                  </a:moveTo>
                  <a:lnTo>
                    <a:pt x="959578" y="551860"/>
                  </a:lnTo>
                  <a:cubicBezTo>
                    <a:pt x="959866" y="671479"/>
                    <a:pt x="960155" y="791098"/>
                    <a:pt x="960443" y="91071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498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8" name="Rectangle 12">
              <a:extLst>
                <a:ext uri="{FF2B5EF4-FFF2-40B4-BE49-F238E27FC236}">
                  <a16:creationId xmlns:a16="http://schemas.microsoft.com/office/drawing/2014/main" id="{368BB26E-8324-BBFB-0D57-0D0163A98BC8}"/>
                </a:ext>
              </a:extLst>
            </p:cNvPr>
            <p:cNvSpPr/>
            <p:nvPr/>
          </p:nvSpPr>
          <p:spPr>
            <a:xfrm rot="19963012">
              <a:off x="4580843" y="1220853"/>
              <a:ext cx="2002875" cy="665059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9678 w 1058803"/>
                <a:gd name="connsiteY2" fmla="*/ 358299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sX0" fmla="*/ 184944 w 1243747"/>
                <a:gd name="csY0" fmla="*/ 61843 h 433505"/>
                <a:gd name="csX1" fmla="*/ 1243747 w 1243747"/>
                <a:gd name="csY1" fmla="*/ 0 h 433505"/>
                <a:gd name="csX2" fmla="*/ 1064622 w 1243747"/>
                <a:gd name="csY2" fmla="*/ 358299 h 433505"/>
                <a:gd name="csX3" fmla="*/ 0 w 1243747"/>
                <a:gd name="csY3" fmla="*/ 433505 h 433505"/>
                <a:gd name="csX4" fmla="*/ 184944 w 1243747"/>
                <a:gd name="csY4" fmla="*/ 61843 h 4335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3747" h="433505">
                  <a:moveTo>
                    <a:pt x="184944" y="61843"/>
                  </a:moveTo>
                  <a:lnTo>
                    <a:pt x="1243747" y="0"/>
                  </a:lnTo>
                  <a:lnTo>
                    <a:pt x="1064622" y="358299"/>
                  </a:lnTo>
                  <a:lnTo>
                    <a:pt x="0" y="433505"/>
                  </a:lnTo>
                  <a:lnTo>
                    <a:pt x="184944" y="61843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16A258F0-151A-2293-5CE1-5807ECCA2277}"/>
                </a:ext>
              </a:extLst>
            </p:cNvPr>
            <p:cNvSpPr/>
            <p:nvPr/>
          </p:nvSpPr>
          <p:spPr>
            <a:xfrm rot="1636988" flipH="1">
              <a:off x="5279145" y="837950"/>
              <a:ext cx="454230" cy="575924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872481"/>
                <a:gd name="connsiteY0" fmla="*/ 250001 h 590080"/>
                <a:gd name="connsiteX1" fmla="*/ 548536 w 872481"/>
                <a:gd name="connsiteY1" fmla="*/ 0 h 590080"/>
                <a:gd name="connsiteX2" fmla="*/ 872481 w 872481"/>
                <a:gd name="connsiteY2" fmla="*/ 547672 h 590080"/>
                <a:gd name="connsiteX3" fmla="*/ 217558 w 872481"/>
                <a:gd name="connsiteY3" fmla="*/ 590080 h 590080"/>
                <a:gd name="connsiteX4" fmla="*/ 0 w 872481"/>
                <a:gd name="connsiteY4" fmla="*/ 250001 h 590080"/>
                <a:gd name="connsiteX0" fmla="*/ 157975 w 654923"/>
                <a:gd name="connsiteY0" fmla="*/ 311508 h 590080"/>
                <a:gd name="connsiteX1" fmla="*/ 330978 w 654923"/>
                <a:gd name="connsiteY1" fmla="*/ 0 h 590080"/>
                <a:gd name="connsiteX2" fmla="*/ 654923 w 654923"/>
                <a:gd name="connsiteY2" fmla="*/ 547672 h 590080"/>
                <a:gd name="connsiteX3" fmla="*/ 0 w 654923"/>
                <a:gd name="connsiteY3" fmla="*/ 590080 h 590080"/>
                <a:gd name="connsiteX4" fmla="*/ 157975 w 654923"/>
                <a:gd name="connsiteY4" fmla="*/ 311508 h 590080"/>
                <a:gd name="connsiteX0" fmla="*/ 0 w 496948"/>
                <a:gd name="connsiteY0" fmla="*/ 311508 h 665875"/>
                <a:gd name="connsiteX1" fmla="*/ 173003 w 496948"/>
                <a:gd name="connsiteY1" fmla="*/ 0 h 665875"/>
                <a:gd name="connsiteX2" fmla="*/ 496948 w 496948"/>
                <a:gd name="connsiteY2" fmla="*/ 547672 h 665875"/>
                <a:gd name="connsiteX3" fmla="*/ 224478 w 496948"/>
                <a:gd name="connsiteY3" fmla="*/ 665875 h 665875"/>
                <a:gd name="connsiteX4" fmla="*/ 0 w 496948"/>
                <a:gd name="connsiteY4" fmla="*/ 311508 h 665875"/>
                <a:gd name="connsiteX0" fmla="*/ 0 w 398688"/>
                <a:gd name="connsiteY0" fmla="*/ 311508 h 665875"/>
                <a:gd name="connsiteX1" fmla="*/ 173003 w 398688"/>
                <a:gd name="connsiteY1" fmla="*/ 0 h 665875"/>
                <a:gd name="connsiteX2" fmla="*/ 398688 w 398688"/>
                <a:gd name="connsiteY2" fmla="*/ 343378 h 665875"/>
                <a:gd name="connsiteX3" fmla="*/ 224478 w 398688"/>
                <a:gd name="connsiteY3" fmla="*/ 665875 h 665875"/>
                <a:gd name="connsiteX4" fmla="*/ 0 w 398688"/>
                <a:gd name="connsiteY4" fmla="*/ 311508 h 665875"/>
                <a:gd name="connsiteX0" fmla="*/ 0 w 398688"/>
                <a:gd name="connsiteY0" fmla="*/ 331134 h 685501"/>
                <a:gd name="connsiteX1" fmla="*/ 169984 w 398688"/>
                <a:gd name="connsiteY1" fmla="*/ 0 h 685501"/>
                <a:gd name="connsiteX2" fmla="*/ 398688 w 398688"/>
                <a:gd name="connsiteY2" fmla="*/ 363004 h 685501"/>
                <a:gd name="connsiteX3" fmla="*/ 224478 w 398688"/>
                <a:gd name="connsiteY3" fmla="*/ 685501 h 685501"/>
                <a:gd name="connsiteX4" fmla="*/ 0 w 398688"/>
                <a:gd name="connsiteY4" fmla="*/ 331134 h 685501"/>
                <a:gd name="connsiteX0" fmla="*/ 0 w 391026"/>
                <a:gd name="connsiteY0" fmla="*/ 331134 h 685501"/>
                <a:gd name="connsiteX1" fmla="*/ 169984 w 391026"/>
                <a:gd name="connsiteY1" fmla="*/ 0 h 685501"/>
                <a:gd name="connsiteX2" fmla="*/ 391026 w 391026"/>
                <a:gd name="connsiteY2" fmla="*/ 349197 h 685501"/>
                <a:gd name="connsiteX3" fmla="*/ 224478 w 391026"/>
                <a:gd name="connsiteY3" fmla="*/ 685501 h 685501"/>
                <a:gd name="connsiteX4" fmla="*/ 0 w 391026"/>
                <a:gd name="connsiteY4" fmla="*/ 331134 h 685501"/>
                <a:gd name="connsiteX0" fmla="*/ 0 w 391026"/>
                <a:gd name="connsiteY0" fmla="*/ 331134 h 674370"/>
                <a:gd name="connsiteX1" fmla="*/ 169984 w 391026"/>
                <a:gd name="connsiteY1" fmla="*/ 0 h 674370"/>
                <a:gd name="connsiteX2" fmla="*/ 391026 w 391026"/>
                <a:gd name="connsiteY2" fmla="*/ 349197 h 674370"/>
                <a:gd name="connsiteX3" fmla="*/ 222006 w 391026"/>
                <a:gd name="connsiteY3" fmla="*/ 674370 h 674370"/>
                <a:gd name="connsiteX4" fmla="*/ 0 w 391026"/>
                <a:gd name="connsiteY4" fmla="*/ 331134 h 674370"/>
                <a:gd name="csX0" fmla="*/ 0 w 405311"/>
                <a:gd name="csY0" fmla="*/ 331134 h 674370"/>
                <a:gd name="csX1" fmla="*/ 169984 w 405311"/>
                <a:gd name="csY1" fmla="*/ 0 h 674370"/>
                <a:gd name="csX2" fmla="*/ 405311 w 405311"/>
                <a:gd name="csY2" fmla="*/ 321054 h 674370"/>
                <a:gd name="csX3" fmla="*/ 222006 w 405311"/>
                <a:gd name="csY3" fmla="*/ 674370 h 674370"/>
                <a:gd name="csX4" fmla="*/ 0 w 405311"/>
                <a:gd name="csY4" fmla="*/ 331134 h 674370"/>
                <a:gd name="csX0" fmla="*/ 0 w 405311"/>
                <a:gd name="csY0" fmla="*/ 178945 h 522181"/>
                <a:gd name="csX1" fmla="*/ 89547 w 405311"/>
                <a:gd name="csY1" fmla="*/ 0 h 522181"/>
                <a:gd name="csX2" fmla="*/ 405311 w 405311"/>
                <a:gd name="csY2" fmla="*/ 168865 h 522181"/>
                <a:gd name="csX3" fmla="*/ 222006 w 405311"/>
                <a:gd name="csY3" fmla="*/ 522181 h 522181"/>
                <a:gd name="csX4" fmla="*/ 0 w 405311"/>
                <a:gd name="csY4" fmla="*/ 178945 h 522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5311" h="522181">
                  <a:moveTo>
                    <a:pt x="0" y="178945"/>
                  </a:moveTo>
                  <a:lnTo>
                    <a:pt x="89547" y="0"/>
                  </a:lnTo>
                  <a:lnTo>
                    <a:pt x="405311" y="168865"/>
                  </a:lnTo>
                  <a:lnTo>
                    <a:pt x="222006" y="522181"/>
                  </a:lnTo>
                  <a:lnTo>
                    <a:pt x="0" y="178945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C24EAF48-2637-E19D-78FE-0BE1D82BBD9D}"/>
                </a:ext>
              </a:extLst>
            </p:cNvPr>
            <p:cNvSpPr/>
            <p:nvPr/>
          </p:nvSpPr>
          <p:spPr>
            <a:xfrm rot="16399889">
              <a:off x="6020863" y="2336209"/>
              <a:ext cx="1727025" cy="584425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9678 w 1058803"/>
                <a:gd name="connsiteY2" fmla="*/ 358299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sX0" fmla="*/ 0 w 1058803"/>
                <a:gd name="csY0" fmla="*/ 61843 h 358299"/>
                <a:gd name="csX1" fmla="*/ 1058803 w 1058803"/>
                <a:gd name="csY1" fmla="*/ 0 h 358299"/>
                <a:gd name="csX2" fmla="*/ 879678 w 1058803"/>
                <a:gd name="csY2" fmla="*/ 358299 h 358299"/>
                <a:gd name="csX3" fmla="*/ 0 w 1058803"/>
                <a:gd name="csY3" fmla="*/ 61843 h 358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58803" h="358299">
                  <a:moveTo>
                    <a:pt x="0" y="61843"/>
                  </a:moveTo>
                  <a:lnTo>
                    <a:pt x="1058803" y="0"/>
                  </a:lnTo>
                  <a:lnTo>
                    <a:pt x="879678" y="358299"/>
                  </a:lnTo>
                  <a:lnTo>
                    <a:pt x="0" y="61843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88D9EB72-1537-88D2-57B1-545834785F8E}"/>
                </a:ext>
              </a:extLst>
            </p:cNvPr>
            <p:cNvSpPr/>
            <p:nvPr/>
          </p:nvSpPr>
          <p:spPr>
            <a:xfrm rot="16399889">
              <a:off x="6071962" y="2665100"/>
              <a:ext cx="1771411" cy="563871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872481"/>
                <a:gd name="connsiteY0" fmla="*/ 250001 h 590080"/>
                <a:gd name="connsiteX1" fmla="*/ 548536 w 872481"/>
                <a:gd name="connsiteY1" fmla="*/ 0 h 590080"/>
                <a:gd name="connsiteX2" fmla="*/ 872481 w 872481"/>
                <a:gd name="connsiteY2" fmla="*/ 547672 h 590080"/>
                <a:gd name="connsiteX3" fmla="*/ 217558 w 872481"/>
                <a:gd name="connsiteY3" fmla="*/ 590080 h 590080"/>
                <a:gd name="connsiteX4" fmla="*/ 0 w 872481"/>
                <a:gd name="connsiteY4" fmla="*/ 250001 h 590080"/>
                <a:gd name="connsiteX0" fmla="*/ 157975 w 654923"/>
                <a:gd name="connsiteY0" fmla="*/ 311508 h 590080"/>
                <a:gd name="connsiteX1" fmla="*/ 330978 w 654923"/>
                <a:gd name="connsiteY1" fmla="*/ 0 h 590080"/>
                <a:gd name="connsiteX2" fmla="*/ 654923 w 654923"/>
                <a:gd name="connsiteY2" fmla="*/ 547672 h 590080"/>
                <a:gd name="connsiteX3" fmla="*/ 0 w 654923"/>
                <a:gd name="connsiteY3" fmla="*/ 590080 h 590080"/>
                <a:gd name="connsiteX4" fmla="*/ 157975 w 654923"/>
                <a:gd name="connsiteY4" fmla="*/ 311508 h 590080"/>
                <a:gd name="connsiteX0" fmla="*/ 0 w 496948"/>
                <a:gd name="connsiteY0" fmla="*/ 311508 h 665875"/>
                <a:gd name="connsiteX1" fmla="*/ 173003 w 496948"/>
                <a:gd name="connsiteY1" fmla="*/ 0 h 665875"/>
                <a:gd name="connsiteX2" fmla="*/ 496948 w 496948"/>
                <a:gd name="connsiteY2" fmla="*/ 547672 h 665875"/>
                <a:gd name="connsiteX3" fmla="*/ 224478 w 496948"/>
                <a:gd name="connsiteY3" fmla="*/ 665875 h 665875"/>
                <a:gd name="connsiteX4" fmla="*/ 0 w 496948"/>
                <a:gd name="connsiteY4" fmla="*/ 311508 h 665875"/>
                <a:gd name="connsiteX0" fmla="*/ 0 w 398688"/>
                <a:gd name="connsiteY0" fmla="*/ 311508 h 665875"/>
                <a:gd name="connsiteX1" fmla="*/ 173003 w 398688"/>
                <a:gd name="connsiteY1" fmla="*/ 0 h 665875"/>
                <a:gd name="connsiteX2" fmla="*/ 398688 w 398688"/>
                <a:gd name="connsiteY2" fmla="*/ 343378 h 665875"/>
                <a:gd name="connsiteX3" fmla="*/ 224478 w 398688"/>
                <a:gd name="connsiteY3" fmla="*/ 665875 h 665875"/>
                <a:gd name="connsiteX4" fmla="*/ 0 w 398688"/>
                <a:gd name="connsiteY4" fmla="*/ 311508 h 665875"/>
                <a:gd name="connsiteX0" fmla="*/ 0 w 398688"/>
                <a:gd name="connsiteY0" fmla="*/ 331134 h 685501"/>
                <a:gd name="connsiteX1" fmla="*/ 169984 w 398688"/>
                <a:gd name="connsiteY1" fmla="*/ 0 h 685501"/>
                <a:gd name="connsiteX2" fmla="*/ 398688 w 398688"/>
                <a:gd name="connsiteY2" fmla="*/ 363004 h 685501"/>
                <a:gd name="connsiteX3" fmla="*/ 224478 w 398688"/>
                <a:gd name="connsiteY3" fmla="*/ 685501 h 685501"/>
                <a:gd name="connsiteX4" fmla="*/ 0 w 398688"/>
                <a:gd name="connsiteY4" fmla="*/ 331134 h 685501"/>
                <a:gd name="connsiteX0" fmla="*/ 0 w 391026"/>
                <a:gd name="connsiteY0" fmla="*/ 331134 h 685501"/>
                <a:gd name="connsiteX1" fmla="*/ 169984 w 391026"/>
                <a:gd name="connsiteY1" fmla="*/ 0 h 685501"/>
                <a:gd name="connsiteX2" fmla="*/ 391026 w 391026"/>
                <a:gd name="connsiteY2" fmla="*/ 349197 h 685501"/>
                <a:gd name="connsiteX3" fmla="*/ 224478 w 391026"/>
                <a:gd name="connsiteY3" fmla="*/ 685501 h 685501"/>
                <a:gd name="connsiteX4" fmla="*/ 0 w 391026"/>
                <a:gd name="connsiteY4" fmla="*/ 331134 h 685501"/>
                <a:gd name="connsiteX0" fmla="*/ 0 w 391026"/>
                <a:gd name="connsiteY0" fmla="*/ 331134 h 674370"/>
                <a:gd name="connsiteX1" fmla="*/ 169984 w 391026"/>
                <a:gd name="connsiteY1" fmla="*/ 0 h 674370"/>
                <a:gd name="connsiteX2" fmla="*/ 391026 w 391026"/>
                <a:gd name="connsiteY2" fmla="*/ 349197 h 674370"/>
                <a:gd name="connsiteX3" fmla="*/ 222006 w 391026"/>
                <a:gd name="connsiteY3" fmla="*/ 674370 h 674370"/>
                <a:gd name="connsiteX4" fmla="*/ 0 w 391026"/>
                <a:gd name="connsiteY4" fmla="*/ 331134 h 674370"/>
                <a:gd name="csX0" fmla="*/ 0 w 1053753"/>
                <a:gd name="csY0" fmla="*/ 331134 h 674370"/>
                <a:gd name="csX1" fmla="*/ 169984 w 1053753"/>
                <a:gd name="csY1" fmla="*/ 0 h 674370"/>
                <a:gd name="csX2" fmla="*/ 1053753 w 1053753"/>
                <a:gd name="csY2" fmla="*/ 398673 h 674370"/>
                <a:gd name="csX3" fmla="*/ 222006 w 1053753"/>
                <a:gd name="csY3" fmla="*/ 674370 h 674370"/>
                <a:gd name="csX4" fmla="*/ 0 w 1053753"/>
                <a:gd name="csY4" fmla="*/ 331134 h 674370"/>
                <a:gd name="csX0" fmla="*/ 0 w 1053753"/>
                <a:gd name="csY0" fmla="*/ 331134 h 398673"/>
                <a:gd name="csX1" fmla="*/ 169984 w 1053753"/>
                <a:gd name="csY1" fmla="*/ 0 h 398673"/>
                <a:gd name="csX2" fmla="*/ 1053753 w 1053753"/>
                <a:gd name="csY2" fmla="*/ 398673 h 398673"/>
                <a:gd name="csX3" fmla="*/ 0 w 1053753"/>
                <a:gd name="csY3" fmla="*/ 331134 h 398673"/>
                <a:gd name="csX0" fmla="*/ 0 w 1095030"/>
                <a:gd name="csY0" fmla="*/ 467150 h 467150"/>
                <a:gd name="csX1" fmla="*/ 211261 w 1095030"/>
                <a:gd name="csY1" fmla="*/ 0 h 467150"/>
                <a:gd name="csX2" fmla="*/ 1095030 w 1095030"/>
                <a:gd name="csY2" fmla="*/ 398673 h 467150"/>
                <a:gd name="csX3" fmla="*/ 0 w 1095030"/>
                <a:gd name="csY3" fmla="*/ 467150 h 46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5030" h="467150">
                  <a:moveTo>
                    <a:pt x="0" y="467150"/>
                  </a:moveTo>
                  <a:lnTo>
                    <a:pt x="211261" y="0"/>
                  </a:lnTo>
                  <a:lnTo>
                    <a:pt x="1095030" y="398673"/>
                  </a:lnTo>
                  <a:lnTo>
                    <a:pt x="0" y="467150"/>
                  </a:lnTo>
                  <a:close/>
                </a:path>
              </a:pathLst>
            </a:cu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B00F88D-32A0-2468-14B2-E4D4EAD543C5}"/>
                </a:ext>
              </a:extLst>
            </p:cNvPr>
            <p:cNvSpPr/>
            <p:nvPr/>
          </p:nvSpPr>
          <p:spPr>
            <a:xfrm>
              <a:off x="5722916" y="2256361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C5FA0E8-A0B7-908B-6C47-2AC7082F70F1}"/>
                </a:ext>
              </a:extLst>
            </p:cNvPr>
            <p:cNvSpPr/>
            <p:nvPr/>
          </p:nvSpPr>
          <p:spPr>
            <a:xfrm>
              <a:off x="6066064" y="2256361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AEFC1EC-05B2-E668-3E42-755116D46DBB}"/>
                </a:ext>
              </a:extLst>
            </p:cNvPr>
            <p:cNvSpPr/>
            <p:nvPr/>
          </p:nvSpPr>
          <p:spPr>
            <a:xfrm>
              <a:off x="5722915" y="2585804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4688C93-F19B-F956-C13E-5384CA208BEC}"/>
                </a:ext>
              </a:extLst>
            </p:cNvPr>
            <p:cNvSpPr/>
            <p:nvPr/>
          </p:nvSpPr>
          <p:spPr>
            <a:xfrm>
              <a:off x="6066063" y="2581335"/>
              <a:ext cx="288802" cy="288802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820433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1310CEF8-1007-360E-3C5B-F52B43771B5E}"/>
              </a:ext>
            </a:extLst>
          </p:cNvPr>
          <p:cNvSpPr txBox="1"/>
          <p:nvPr/>
        </p:nvSpPr>
        <p:spPr>
          <a:xfrm>
            <a:off x="3196246" y="4263776"/>
            <a:ext cx="624491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200" b="1" spc="120" dirty="0">
                <a:solidFill>
                  <a:srgbClr val="0D3379"/>
                </a:solidFill>
              </a:rPr>
              <a:t>IMMO</a:t>
            </a:r>
            <a:r>
              <a:rPr lang="fr-FR" sz="6200" b="1" spc="1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CONFORM</a:t>
            </a:r>
          </a:p>
          <a:p>
            <a:pPr algn="ctr"/>
            <a:r>
              <a:rPr lang="fr-FR" sz="3200" spc="1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DIAGNOSTICS IMMOBILIER </a:t>
            </a:r>
            <a:endParaRPr lang="fr-FR" sz="2400" spc="12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6A7CA94-FA89-1519-05D5-3F1FF19699F1}"/>
              </a:ext>
            </a:extLst>
          </p:cNvPr>
          <p:cNvGrpSpPr/>
          <p:nvPr/>
        </p:nvGrpSpPr>
        <p:grpSpPr>
          <a:xfrm>
            <a:off x="4580843" y="798138"/>
            <a:ext cx="3327127" cy="3496672"/>
            <a:chOff x="4580843" y="798138"/>
            <a:chExt cx="3327127" cy="3496672"/>
          </a:xfrm>
        </p:grpSpPr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18FA5D50-F088-FD4E-EF4E-2455DBAC9836}"/>
                </a:ext>
              </a:extLst>
            </p:cNvPr>
            <p:cNvSpPr/>
            <p:nvPr/>
          </p:nvSpPr>
          <p:spPr>
            <a:xfrm rot="7817826">
              <a:off x="6055167" y="3316298"/>
              <a:ext cx="896498" cy="1060526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2456 w 574174"/>
                <a:gd name="connsiteY0" fmla="*/ 0 h 742950"/>
                <a:gd name="connsiteX1" fmla="*/ 574174 w 574174"/>
                <a:gd name="connsiteY1" fmla="*/ 742950 h 742950"/>
                <a:gd name="connsiteX2" fmla="*/ 0 w 574174"/>
                <a:gd name="connsiteY2" fmla="*/ 362884 h 742950"/>
                <a:gd name="connsiteX3" fmla="*/ 2456 w 574174"/>
                <a:gd name="connsiteY3" fmla="*/ 0 h 742950"/>
                <a:gd name="connsiteX0" fmla="*/ 2456 w 525049"/>
                <a:gd name="connsiteY0" fmla="*/ 0 h 602878"/>
                <a:gd name="connsiteX1" fmla="*/ 525049 w 525049"/>
                <a:gd name="connsiteY1" fmla="*/ 602878 h 602878"/>
                <a:gd name="connsiteX2" fmla="*/ 0 w 525049"/>
                <a:gd name="connsiteY2" fmla="*/ 362884 h 602878"/>
                <a:gd name="connsiteX3" fmla="*/ 2456 w 525049"/>
                <a:gd name="connsiteY3" fmla="*/ 0 h 602878"/>
                <a:gd name="connsiteX0" fmla="*/ 3962 w 526555"/>
                <a:gd name="connsiteY0" fmla="*/ 0 h 602878"/>
                <a:gd name="connsiteX1" fmla="*/ 526555 w 526555"/>
                <a:gd name="connsiteY1" fmla="*/ 602878 h 602878"/>
                <a:gd name="connsiteX2" fmla="*/ 0 w 526555"/>
                <a:gd name="connsiteY2" fmla="*/ 355563 h 602878"/>
                <a:gd name="connsiteX3" fmla="*/ 3962 w 526555"/>
                <a:gd name="connsiteY3" fmla="*/ 0 h 60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555" h="602878">
                  <a:moveTo>
                    <a:pt x="3962" y="0"/>
                  </a:moveTo>
                  <a:lnTo>
                    <a:pt x="526555" y="602878"/>
                  </a:lnTo>
                  <a:lnTo>
                    <a:pt x="0" y="355563"/>
                  </a:lnTo>
                  <a:cubicBezTo>
                    <a:pt x="819" y="234602"/>
                    <a:pt x="3143" y="120961"/>
                    <a:pt x="3962" y="0"/>
                  </a:cubicBezTo>
                  <a:close/>
                </a:path>
              </a:pathLst>
            </a:custGeom>
            <a:solidFill>
              <a:srgbClr val="041C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657F9834-68BC-BEF8-1689-9D25508E13E7}"/>
                </a:ext>
              </a:extLst>
            </p:cNvPr>
            <p:cNvSpPr/>
            <p:nvPr/>
          </p:nvSpPr>
          <p:spPr>
            <a:xfrm>
              <a:off x="6307591" y="798138"/>
              <a:ext cx="1600379" cy="1385361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3011 w 571718"/>
                <a:gd name="connsiteY2" fmla="*/ 414094 h 742950"/>
                <a:gd name="connsiteX3" fmla="*/ 0 w 571718"/>
                <a:gd name="connsiteY3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4517 w 571718"/>
                <a:gd name="connsiteY2" fmla="*/ 414094 h 742950"/>
                <a:gd name="connsiteX3" fmla="*/ 0 w 571718"/>
                <a:gd name="connsite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11813 w 571718"/>
                <a:gd name="csY2" fmla="*/ 340351 h 742950"/>
                <a:gd name="csX3" fmla="*/ 0 w 571718"/>
                <a:gd name="cs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4517 w 571718"/>
                <a:gd name="csY2" fmla="*/ 331748 h 742950"/>
                <a:gd name="csX3" fmla="*/ 0 w 571718"/>
                <a:gd name="cs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3605 w 571718"/>
                <a:gd name="csY2" fmla="*/ 335435 h 742950"/>
                <a:gd name="csX3" fmla="*/ 0 w 571718"/>
                <a:gd name="csY3" fmla="*/ 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1718" h="742950">
                  <a:moveTo>
                    <a:pt x="0" y="0"/>
                  </a:moveTo>
                  <a:lnTo>
                    <a:pt x="571718" y="742950"/>
                  </a:lnTo>
                  <a:cubicBezTo>
                    <a:pt x="382651" y="633331"/>
                    <a:pt x="192672" y="445054"/>
                    <a:pt x="3605" y="335435"/>
                  </a:cubicBezTo>
                  <a:cubicBezTo>
                    <a:pt x="2601" y="197404"/>
                    <a:pt x="1004" y="138031"/>
                    <a:pt x="0" y="0"/>
                  </a:cubicBezTo>
                  <a:close/>
                </a:path>
              </a:pathLst>
            </a:custGeom>
            <a:solidFill>
              <a:srgbClr val="3A7F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732BA1F-D7BF-503C-AF5A-CC9966FF6FEE}"/>
                </a:ext>
              </a:extLst>
            </p:cNvPr>
            <p:cNvSpPr/>
            <p:nvPr/>
          </p:nvSpPr>
          <p:spPr>
            <a:xfrm>
              <a:off x="6307591" y="800286"/>
              <a:ext cx="1600379" cy="1385361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0 w 910684"/>
                <a:gd name="connsiteY0" fmla="*/ 0 h 720834"/>
                <a:gd name="connsiteX1" fmla="*/ 910684 w 910684"/>
                <a:gd name="connsiteY1" fmla="*/ 720834 h 720834"/>
                <a:gd name="connsiteX2" fmla="*/ 338966 w 910684"/>
                <a:gd name="connsiteY2" fmla="*/ 387459 h 720834"/>
                <a:gd name="connsiteX3" fmla="*/ 0 w 910684"/>
                <a:gd name="connsiteY3" fmla="*/ 0 h 720834"/>
                <a:gd name="connsiteX0" fmla="*/ 0 w 957353"/>
                <a:gd name="connsiteY0" fmla="*/ 0 h 563561"/>
                <a:gd name="connsiteX1" fmla="*/ 957353 w 957353"/>
                <a:gd name="connsiteY1" fmla="*/ 563561 h 563561"/>
                <a:gd name="connsiteX2" fmla="*/ 338966 w 957353"/>
                <a:gd name="connsiteY2" fmla="*/ 387459 h 563561"/>
                <a:gd name="connsiteX3" fmla="*/ 0 w 957353"/>
                <a:gd name="connsiteY3" fmla="*/ 0 h 563561"/>
                <a:gd name="connsiteX0" fmla="*/ 0 w 957353"/>
                <a:gd name="connsiteY0" fmla="*/ 0 h 773268"/>
                <a:gd name="connsiteX1" fmla="*/ 957353 w 957353"/>
                <a:gd name="connsiteY1" fmla="*/ 563561 h 773268"/>
                <a:gd name="connsiteX2" fmla="*/ 599330 w 957353"/>
                <a:gd name="connsiteY2" fmla="*/ 773268 h 773268"/>
                <a:gd name="connsiteX3" fmla="*/ 0 w 957353"/>
                <a:gd name="connsiteY3" fmla="*/ 0 h 773268"/>
                <a:gd name="connsiteX0" fmla="*/ 0 w 935247"/>
                <a:gd name="connsiteY0" fmla="*/ 0 h 751152"/>
                <a:gd name="connsiteX1" fmla="*/ 935247 w 935247"/>
                <a:gd name="connsiteY1" fmla="*/ 541445 h 751152"/>
                <a:gd name="connsiteX2" fmla="*/ 577224 w 935247"/>
                <a:gd name="connsiteY2" fmla="*/ 751152 h 751152"/>
                <a:gd name="connsiteX3" fmla="*/ 0 w 935247"/>
                <a:gd name="connsiteY3" fmla="*/ 0 h 751152"/>
                <a:gd name="connsiteX0" fmla="*/ 0 w 945072"/>
                <a:gd name="connsiteY0" fmla="*/ 0 h 765897"/>
                <a:gd name="connsiteX1" fmla="*/ 945072 w 945072"/>
                <a:gd name="connsiteY1" fmla="*/ 556190 h 765897"/>
                <a:gd name="connsiteX2" fmla="*/ 587049 w 945072"/>
                <a:gd name="connsiteY2" fmla="*/ 765897 h 765897"/>
                <a:gd name="connsiteX3" fmla="*/ 0 w 945072"/>
                <a:gd name="connsiteY3" fmla="*/ 0 h 765897"/>
                <a:gd name="connsiteX0" fmla="*/ 0 w 935247"/>
                <a:gd name="connsiteY0" fmla="*/ 0 h 749514"/>
                <a:gd name="connsiteX1" fmla="*/ 935247 w 935247"/>
                <a:gd name="connsiteY1" fmla="*/ 539807 h 749514"/>
                <a:gd name="connsiteX2" fmla="*/ 577224 w 935247"/>
                <a:gd name="connsiteY2" fmla="*/ 749514 h 749514"/>
                <a:gd name="connsiteX3" fmla="*/ 0 w 935247"/>
                <a:gd name="connsiteY3" fmla="*/ 0 h 749514"/>
                <a:gd name="connsiteX0" fmla="*/ 0 w 935247"/>
                <a:gd name="connsiteY0" fmla="*/ 0 h 741981"/>
                <a:gd name="connsiteX1" fmla="*/ 935247 w 935247"/>
                <a:gd name="connsiteY1" fmla="*/ 539807 h 741981"/>
                <a:gd name="connsiteX2" fmla="*/ 577224 w 935247"/>
                <a:gd name="connsiteY2" fmla="*/ 741981 h 741981"/>
                <a:gd name="connsiteX3" fmla="*/ 0 w 935247"/>
                <a:gd name="connsiteY3" fmla="*/ 0 h 741981"/>
                <a:gd name="connsiteX0" fmla="*/ 0 w 959578"/>
                <a:gd name="connsiteY0" fmla="*/ 0 h 741981"/>
                <a:gd name="connsiteX1" fmla="*/ 959578 w 959578"/>
                <a:gd name="connsiteY1" fmla="*/ 551860 h 741981"/>
                <a:gd name="connsiteX2" fmla="*/ 577224 w 959578"/>
                <a:gd name="connsiteY2" fmla="*/ 741981 h 741981"/>
                <a:gd name="connsiteX3" fmla="*/ 0 w 959578"/>
                <a:gd name="connsiteY3" fmla="*/ 0 h 741981"/>
                <a:gd name="csX0" fmla="*/ 0 w 960443"/>
                <a:gd name="csY0" fmla="*/ 0 h 910717"/>
                <a:gd name="csX1" fmla="*/ 959578 w 960443"/>
                <a:gd name="csY1" fmla="*/ 551860 h 910717"/>
                <a:gd name="csX2" fmla="*/ 960443 w 960443"/>
                <a:gd name="csY2" fmla="*/ 910717 h 910717"/>
                <a:gd name="csX3" fmla="*/ 0 w 960443"/>
                <a:gd name="csY3" fmla="*/ 0 h 910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60443" h="910717">
                  <a:moveTo>
                    <a:pt x="0" y="0"/>
                  </a:moveTo>
                  <a:lnTo>
                    <a:pt x="959578" y="551860"/>
                  </a:lnTo>
                  <a:cubicBezTo>
                    <a:pt x="959866" y="671479"/>
                    <a:pt x="960155" y="791098"/>
                    <a:pt x="960443" y="91071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498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D5395383-0C85-E04E-4381-F71E5BCC8A46}"/>
                </a:ext>
              </a:extLst>
            </p:cNvPr>
            <p:cNvSpPr/>
            <p:nvPr/>
          </p:nvSpPr>
          <p:spPr>
            <a:xfrm rot="19963012">
              <a:off x="4580843" y="1220853"/>
              <a:ext cx="2002875" cy="665059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9678 w 1058803"/>
                <a:gd name="connsiteY2" fmla="*/ 358299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sX0" fmla="*/ 184944 w 1243747"/>
                <a:gd name="csY0" fmla="*/ 61843 h 433505"/>
                <a:gd name="csX1" fmla="*/ 1243747 w 1243747"/>
                <a:gd name="csY1" fmla="*/ 0 h 433505"/>
                <a:gd name="csX2" fmla="*/ 1064622 w 1243747"/>
                <a:gd name="csY2" fmla="*/ 358299 h 433505"/>
                <a:gd name="csX3" fmla="*/ 0 w 1243747"/>
                <a:gd name="csY3" fmla="*/ 433505 h 433505"/>
                <a:gd name="csX4" fmla="*/ 184944 w 1243747"/>
                <a:gd name="csY4" fmla="*/ 61843 h 4335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3747" h="433505">
                  <a:moveTo>
                    <a:pt x="184944" y="61843"/>
                  </a:moveTo>
                  <a:lnTo>
                    <a:pt x="1243747" y="0"/>
                  </a:lnTo>
                  <a:lnTo>
                    <a:pt x="1064622" y="358299"/>
                  </a:lnTo>
                  <a:lnTo>
                    <a:pt x="0" y="433505"/>
                  </a:lnTo>
                  <a:lnTo>
                    <a:pt x="184944" y="61843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12">
              <a:extLst>
                <a:ext uri="{FF2B5EF4-FFF2-40B4-BE49-F238E27FC236}">
                  <a16:creationId xmlns:a16="http://schemas.microsoft.com/office/drawing/2014/main" id="{E279ADB4-F9C1-636A-D479-B2C192853DA9}"/>
                </a:ext>
              </a:extLst>
            </p:cNvPr>
            <p:cNvSpPr/>
            <p:nvPr/>
          </p:nvSpPr>
          <p:spPr>
            <a:xfrm rot="1636988" flipH="1">
              <a:off x="5279145" y="837950"/>
              <a:ext cx="454230" cy="575924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872481"/>
                <a:gd name="connsiteY0" fmla="*/ 250001 h 590080"/>
                <a:gd name="connsiteX1" fmla="*/ 548536 w 872481"/>
                <a:gd name="connsiteY1" fmla="*/ 0 h 590080"/>
                <a:gd name="connsiteX2" fmla="*/ 872481 w 872481"/>
                <a:gd name="connsiteY2" fmla="*/ 547672 h 590080"/>
                <a:gd name="connsiteX3" fmla="*/ 217558 w 872481"/>
                <a:gd name="connsiteY3" fmla="*/ 590080 h 590080"/>
                <a:gd name="connsiteX4" fmla="*/ 0 w 872481"/>
                <a:gd name="connsiteY4" fmla="*/ 250001 h 590080"/>
                <a:gd name="connsiteX0" fmla="*/ 157975 w 654923"/>
                <a:gd name="connsiteY0" fmla="*/ 311508 h 590080"/>
                <a:gd name="connsiteX1" fmla="*/ 330978 w 654923"/>
                <a:gd name="connsiteY1" fmla="*/ 0 h 590080"/>
                <a:gd name="connsiteX2" fmla="*/ 654923 w 654923"/>
                <a:gd name="connsiteY2" fmla="*/ 547672 h 590080"/>
                <a:gd name="connsiteX3" fmla="*/ 0 w 654923"/>
                <a:gd name="connsiteY3" fmla="*/ 590080 h 590080"/>
                <a:gd name="connsiteX4" fmla="*/ 157975 w 654923"/>
                <a:gd name="connsiteY4" fmla="*/ 311508 h 590080"/>
                <a:gd name="connsiteX0" fmla="*/ 0 w 496948"/>
                <a:gd name="connsiteY0" fmla="*/ 311508 h 665875"/>
                <a:gd name="connsiteX1" fmla="*/ 173003 w 496948"/>
                <a:gd name="connsiteY1" fmla="*/ 0 h 665875"/>
                <a:gd name="connsiteX2" fmla="*/ 496948 w 496948"/>
                <a:gd name="connsiteY2" fmla="*/ 547672 h 665875"/>
                <a:gd name="connsiteX3" fmla="*/ 224478 w 496948"/>
                <a:gd name="connsiteY3" fmla="*/ 665875 h 665875"/>
                <a:gd name="connsiteX4" fmla="*/ 0 w 496948"/>
                <a:gd name="connsiteY4" fmla="*/ 311508 h 665875"/>
                <a:gd name="connsiteX0" fmla="*/ 0 w 398688"/>
                <a:gd name="connsiteY0" fmla="*/ 311508 h 665875"/>
                <a:gd name="connsiteX1" fmla="*/ 173003 w 398688"/>
                <a:gd name="connsiteY1" fmla="*/ 0 h 665875"/>
                <a:gd name="connsiteX2" fmla="*/ 398688 w 398688"/>
                <a:gd name="connsiteY2" fmla="*/ 343378 h 665875"/>
                <a:gd name="connsiteX3" fmla="*/ 224478 w 398688"/>
                <a:gd name="connsiteY3" fmla="*/ 665875 h 665875"/>
                <a:gd name="connsiteX4" fmla="*/ 0 w 398688"/>
                <a:gd name="connsiteY4" fmla="*/ 311508 h 665875"/>
                <a:gd name="connsiteX0" fmla="*/ 0 w 398688"/>
                <a:gd name="connsiteY0" fmla="*/ 331134 h 685501"/>
                <a:gd name="connsiteX1" fmla="*/ 169984 w 398688"/>
                <a:gd name="connsiteY1" fmla="*/ 0 h 685501"/>
                <a:gd name="connsiteX2" fmla="*/ 398688 w 398688"/>
                <a:gd name="connsiteY2" fmla="*/ 363004 h 685501"/>
                <a:gd name="connsiteX3" fmla="*/ 224478 w 398688"/>
                <a:gd name="connsiteY3" fmla="*/ 685501 h 685501"/>
                <a:gd name="connsiteX4" fmla="*/ 0 w 398688"/>
                <a:gd name="connsiteY4" fmla="*/ 331134 h 685501"/>
                <a:gd name="connsiteX0" fmla="*/ 0 w 391026"/>
                <a:gd name="connsiteY0" fmla="*/ 331134 h 685501"/>
                <a:gd name="connsiteX1" fmla="*/ 169984 w 391026"/>
                <a:gd name="connsiteY1" fmla="*/ 0 h 685501"/>
                <a:gd name="connsiteX2" fmla="*/ 391026 w 391026"/>
                <a:gd name="connsiteY2" fmla="*/ 349197 h 685501"/>
                <a:gd name="connsiteX3" fmla="*/ 224478 w 391026"/>
                <a:gd name="connsiteY3" fmla="*/ 685501 h 685501"/>
                <a:gd name="connsiteX4" fmla="*/ 0 w 391026"/>
                <a:gd name="connsiteY4" fmla="*/ 331134 h 685501"/>
                <a:gd name="connsiteX0" fmla="*/ 0 w 391026"/>
                <a:gd name="connsiteY0" fmla="*/ 331134 h 674370"/>
                <a:gd name="connsiteX1" fmla="*/ 169984 w 391026"/>
                <a:gd name="connsiteY1" fmla="*/ 0 h 674370"/>
                <a:gd name="connsiteX2" fmla="*/ 391026 w 391026"/>
                <a:gd name="connsiteY2" fmla="*/ 349197 h 674370"/>
                <a:gd name="connsiteX3" fmla="*/ 222006 w 391026"/>
                <a:gd name="connsiteY3" fmla="*/ 674370 h 674370"/>
                <a:gd name="connsiteX4" fmla="*/ 0 w 391026"/>
                <a:gd name="connsiteY4" fmla="*/ 331134 h 674370"/>
                <a:gd name="csX0" fmla="*/ 0 w 405311"/>
                <a:gd name="csY0" fmla="*/ 331134 h 674370"/>
                <a:gd name="csX1" fmla="*/ 169984 w 405311"/>
                <a:gd name="csY1" fmla="*/ 0 h 674370"/>
                <a:gd name="csX2" fmla="*/ 405311 w 405311"/>
                <a:gd name="csY2" fmla="*/ 321054 h 674370"/>
                <a:gd name="csX3" fmla="*/ 222006 w 405311"/>
                <a:gd name="csY3" fmla="*/ 674370 h 674370"/>
                <a:gd name="csX4" fmla="*/ 0 w 405311"/>
                <a:gd name="csY4" fmla="*/ 331134 h 674370"/>
                <a:gd name="csX0" fmla="*/ 0 w 405311"/>
                <a:gd name="csY0" fmla="*/ 178945 h 522181"/>
                <a:gd name="csX1" fmla="*/ 89547 w 405311"/>
                <a:gd name="csY1" fmla="*/ 0 h 522181"/>
                <a:gd name="csX2" fmla="*/ 405311 w 405311"/>
                <a:gd name="csY2" fmla="*/ 168865 h 522181"/>
                <a:gd name="csX3" fmla="*/ 222006 w 405311"/>
                <a:gd name="csY3" fmla="*/ 522181 h 522181"/>
                <a:gd name="csX4" fmla="*/ 0 w 405311"/>
                <a:gd name="csY4" fmla="*/ 178945 h 522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5311" h="522181">
                  <a:moveTo>
                    <a:pt x="0" y="178945"/>
                  </a:moveTo>
                  <a:lnTo>
                    <a:pt x="89547" y="0"/>
                  </a:lnTo>
                  <a:lnTo>
                    <a:pt x="405311" y="168865"/>
                  </a:lnTo>
                  <a:lnTo>
                    <a:pt x="222006" y="522181"/>
                  </a:lnTo>
                  <a:lnTo>
                    <a:pt x="0" y="178945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0072B908-D2BE-027B-02B3-572877C1FE3C}"/>
                </a:ext>
              </a:extLst>
            </p:cNvPr>
            <p:cNvSpPr/>
            <p:nvPr/>
          </p:nvSpPr>
          <p:spPr>
            <a:xfrm rot="16399889">
              <a:off x="6020863" y="2336209"/>
              <a:ext cx="1727025" cy="584425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9678 w 1058803"/>
                <a:gd name="connsiteY2" fmla="*/ 358299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sX0" fmla="*/ 0 w 1058803"/>
                <a:gd name="csY0" fmla="*/ 61843 h 358299"/>
                <a:gd name="csX1" fmla="*/ 1058803 w 1058803"/>
                <a:gd name="csY1" fmla="*/ 0 h 358299"/>
                <a:gd name="csX2" fmla="*/ 879678 w 1058803"/>
                <a:gd name="csY2" fmla="*/ 358299 h 358299"/>
                <a:gd name="csX3" fmla="*/ 0 w 1058803"/>
                <a:gd name="csY3" fmla="*/ 61843 h 358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58803" h="358299">
                  <a:moveTo>
                    <a:pt x="0" y="61843"/>
                  </a:moveTo>
                  <a:lnTo>
                    <a:pt x="1058803" y="0"/>
                  </a:lnTo>
                  <a:lnTo>
                    <a:pt x="879678" y="358299"/>
                  </a:lnTo>
                  <a:lnTo>
                    <a:pt x="0" y="61843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00E11EDB-FB3B-9767-8D1E-D941F4B0DA7F}"/>
                </a:ext>
              </a:extLst>
            </p:cNvPr>
            <p:cNvSpPr/>
            <p:nvPr/>
          </p:nvSpPr>
          <p:spPr>
            <a:xfrm rot="16399889">
              <a:off x="6071962" y="2665100"/>
              <a:ext cx="1771411" cy="563871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872481"/>
                <a:gd name="connsiteY0" fmla="*/ 250001 h 590080"/>
                <a:gd name="connsiteX1" fmla="*/ 548536 w 872481"/>
                <a:gd name="connsiteY1" fmla="*/ 0 h 590080"/>
                <a:gd name="connsiteX2" fmla="*/ 872481 w 872481"/>
                <a:gd name="connsiteY2" fmla="*/ 547672 h 590080"/>
                <a:gd name="connsiteX3" fmla="*/ 217558 w 872481"/>
                <a:gd name="connsiteY3" fmla="*/ 590080 h 590080"/>
                <a:gd name="connsiteX4" fmla="*/ 0 w 872481"/>
                <a:gd name="connsiteY4" fmla="*/ 250001 h 590080"/>
                <a:gd name="connsiteX0" fmla="*/ 157975 w 654923"/>
                <a:gd name="connsiteY0" fmla="*/ 311508 h 590080"/>
                <a:gd name="connsiteX1" fmla="*/ 330978 w 654923"/>
                <a:gd name="connsiteY1" fmla="*/ 0 h 590080"/>
                <a:gd name="connsiteX2" fmla="*/ 654923 w 654923"/>
                <a:gd name="connsiteY2" fmla="*/ 547672 h 590080"/>
                <a:gd name="connsiteX3" fmla="*/ 0 w 654923"/>
                <a:gd name="connsiteY3" fmla="*/ 590080 h 590080"/>
                <a:gd name="connsiteX4" fmla="*/ 157975 w 654923"/>
                <a:gd name="connsiteY4" fmla="*/ 311508 h 590080"/>
                <a:gd name="connsiteX0" fmla="*/ 0 w 496948"/>
                <a:gd name="connsiteY0" fmla="*/ 311508 h 665875"/>
                <a:gd name="connsiteX1" fmla="*/ 173003 w 496948"/>
                <a:gd name="connsiteY1" fmla="*/ 0 h 665875"/>
                <a:gd name="connsiteX2" fmla="*/ 496948 w 496948"/>
                <a:gd name="connsiteY2" fmla="*/ 547672 h 665875"/>
                <a:gd name="connsiteX3" fmla="*/ 224478 w 496948"/>
                <a:gd name="connsiteY3" fmla="*/ 665875 h 665875"/>
                <a:gd name="connsiteX4" fmla="*/ 0 w 496948"/>
                <a:gd name="connsiteY4" fmla="*/ 311508 h 665875"/>
                <a:gd name="connsiteX0" fmla="*/ 0 w 398688"/>
                <a:gd name="connsiteY0" fmla="*/ 311508 h 665875"/>
                <a:gd name="connsiteX1" fmla="*/ 173003 w 398688"/>
                <a:gd name="connsiteY1" fmla="*/ 0 h 665875"/>
                <a:gd name="connsiteX2" fmla="*/ 398688 w 398688"/>
                <a:gd name="connsiteY2" fmla="*/ 343378 h 665875"/>
                <a:gd name="connsiteX3" fmla="*/ 224478 w 398688"/>
                <a:gd name="connsiteY3" fmla="*/ 665875 h 665875"/>
                <a:gd name="connsiteX4" fmla="*/ 0 w 398688"/>
                <a:gd name="connsiteY4" fmla="*/ 311508 h 665875"/>
                <a:gd name="connsiteX0" fmla="*/ 0 w 398688"/>
                <a:gd name="connsiteY0" fmla="*/ 331134 h 685501"/>
                <a:gd name="connsiteX1" fmla="*/ 169984 w 398688"/>
                <a:gd name="connsiteY1" fmla="*/ 0 h 685501"/>
                <a:gd name="connsiteX2" fmla="*/ 398688 w 398688"/>
                <a:gd name="connsiteY2" fmla="*/ 363004 h 685501"/>
                <a:gd name="connsiteX3" fmla="*/ 224478 w 398688"/>
                <a:gd name="connsiteY3" fmla="*/ 685501 h 685501"/>
                <a:gd name="connsiteX4" fmla="*/ 0 w 398688"/>
                <a:gd name="connsiteY4" fmla="*/ 331134 h 685501"/>
                <a:gd name="connsiteX0" fmla="*/ 0 w 391026"/>
                <a:gd name="connsiteY0" fmla="*/ 331134 h 685501"/>
                <a:gd name="connsiteX1" fmla="*/ 169984 w 391026"/>
                <a:gd name="connsiteY1" fmla="*/ 0 h 685501"/>
                <a:gd name="connsiteX2" fmla="*/ 391026 w 391026"/>
                <a:gd name="connsiteY2" fmla="*/ 349197 h 685501"/>
                <a:gd name="connsiteX3" fmla="*/ 224478 w 391026"/>
                <a:gd name="connsiteY3" fmla="*/ 685501 h 685501"/>
                <a:gd name="connsiteX4" fmla="*/ 0 w 391026"/>
                <a:gd name="connsiteY4" fmla="*/ 331134 h 685501"/>
                <a:gd name="connsiteX0" fmla="*/ 0 w 391026"/>
                <a:gd name="connsiteY0" fmla="*/ 331134 h 674370"/>
                <a:gd name="connsiteX1" fmla="*/ 169984 w 391026"/>
                <a:gd name="connsiteY1" fmla="*/ 0 h 674370"/>
                <a:gd name="connsiteX2" fmla="*/ 391026 w 391026"/>
                <a:gd name="connsiteY2" fmla="*/ 349197 h 674370"/>
                <a:gd name="connsiteX3" fmla="*/ 222006 w 391026"/>
                <a:gd name="connsiteY3" fmla="*/ 674370 h 674370"/>
                <a:gd name="connsiteX4" fmla="*/ 0 w 391026"/>
                <a:gd name="connsiteY4" fmla="*/ 331134 h 674370"/>
                <a:gd name="csX0" fmla="*/ 0 w 1053753"/>
                <a:gd name="csY0" fmla="*/ 331134 h 674370"/>
                <a:gd name="csX1" fmla="*/ 169984 w 1053753"/>
                <a:gd name="csY1" fmla="*/ 0 h 674370"/>
                <a:gd name="csX2" fmla="*/ 1053753 w 1053753"/>
                <a:gd name="csY2" fmla="*/ 398673 h 674370"/>
                <a:gd name="csX3" fmla="*/ 222006 w 1053753"/>
                <a:gd name="csY3" fmla="*/ 674370 h 674370"/>
                <a:gd name="csX4" fmla="*/ 0 w 1053753"/>
                <a:gd name="csY4" fmla="*/ 331134 h 674370"/>
                <a:gd name="csX0" fmla="*/ 0 w 1053753"/>
                <a:gd name="csY0" fmla="*/ 331134 h 398673"/>
                <a:gd name="csX1" fmla="*/ 169984 w 1053753"/>
                <a:gd name="csY1" fmla="*/ 0 h 398673"/>
                <a:gd name="csX2" fmla="*/ 1053753 w 1053753"/>
                <a:gd name="csY2" fmla="*/ 398673 h 398673"/>
                <a:gd name="csX3" fmla="*/ 0 w 1053753"/>
                <a:gd name="csY3" fmla="*/ 331134 h 398673"/>
                <a:gd name="csX0" fmla="*/ 0 w 1095030"/>
                <a:gd name="csY0" fmla="*/ 467150 h 467150"/>
                <a:gd name="csX1" fmla="*/ 211261 w 1095030"/>
                <a:gd name="csY1" fmla="*/ 0 h 467150"/>
                <a:gd name="csX2" fmla="*/ 1095030 w 1095030"/>
                <a:gd name="csY2" fmla="*/ 398673 h 467150"/>
                <a:gd name="csX3" fmla="*/ 0 w 1095030"/>
                <a:gd name="csY3" fmla="*/ 467150 h 46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5030" h="467150">
                  <a:moveTo>
                    <a:pt x="0" y="467150"/>
                  </a:moveTo>
                  <a:lnTo>
                    <a:pt x="211261" y="0"/>
                  </a:lnTo>
                  <a:lnTo>
                    <a:pt x="1095030" y="398673"/>
                  </a:lnTo>
                  <a:lnTo>
                    <a:pt x="0" y="467150"/>
                  </a:lnTo>
                  <a:close/>
                </a:path>
              </a:pathLst>
            </a:cu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77E9AD-A65B-2A5D-9803-CFCCFB6E4E36}"/>
                </a:ext>
              </a:extLst>
            </p:cNvPr>
            <p:cNvSpPr/>
            <p:nvPr/>
          </p:nvSpPr>
          <p:spPr>
            <a:xfrm>
              <a:off x="5722916" y="2256361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D236FD-90C6-F96C-A7AD-5DDC55AB8A30}"/>
                </a:ext>
              </a:extLst>
            </p:cNvPr>
            <p:cNvSpPr/>
            <p:nvPr/>
          </p:nvSpPr>
          <p:spPr>
            <a:xfrm>
              <a:off x="6066064" y="2256361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EA4FDB-EC3E-7A20-5ACA-29B13C1E9E05}"/>
                </a:ext>
              </a:extLst>
            </p:cNvPr>
            <p:cNvSpPr/>
            <p:nvPr/>
          </p:nvSpPr>
          <p:spPr>
            <a:xfrm>
              <a:off x="5722915" y="2585804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451E24-6611-40BB-26A2-78601B3BDF57}"/>
                </a:ext>
              </a:extLst>
            </p:cNvPr>
            <p:cNvSpPr/>
            <p:nvPr/>
          </p:nvSpPr>
          <p:spPr>
            <a:xfrm>
              <a:off x="6066063" y="2581335"/>
              <a:ext cx="288802" cy="288802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D1FBD59-24BE-BB60-63DC-1EB26C3D6AF1}"/>
              </a:ext>
            </a:extLst>
          </p:cNvPr>
          <p:cNvCxnSpPr/>
          <p:nvPr/>
        </p:nvCxnSpPr>
        <p:spPr>
          <a:xfrm>
            <a:off x="3521600" y="5533864"/>
            <a:ext cx="330009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AC4B8BE-3905-6039-EFC5-616512A1D070}"/>
              </a:ext>
            </a:extLst>
          </p:cNvPr>
          <p:cNvCxnSpPr/>
          <p:nvPr/>
        </p:nvCxnSpPr>
        <p:spPr>
          <a:xfrm>
            <a:off x="8801744" y="5533864"/>
            <a:ext cx="330009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0497F1B-115F-1A89-6345-F34C6472A148}"/>
              </a:ext>
            </a:extLst>
          </p:cNvPr>
          <p:cNvSpPr/>
          <p:nvPr/>
        </p:nvSpPr>
        <p:spPr>
          <a:xfrm>
            <a:off x="2957714" y="110361"/>
            <a:ext cx="6637278" cy="663727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73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66A7CA94-FA89-1519-05D5-3F1FF19699F1}"/>
              </a:ext>
            </a:extLst>
          </p:cNvPr>
          <p:cNvGrpSpPr/>
          <p:nvPr/>
        </p:nvGrpSpPr>
        <p:grpSpPr>
          <a:xfrm>
            <a:off x="4412145" y="1774714"/>
            <a:ext cx="3327127" cy="3496672"/>
            <a:chOff x="4580843" y="798138"/>
            <a:chExt cx="3327127" cy="3496672"/>
          </a:xfrm>
        </p:grpSpPr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18FA5D50-F088-FD4E-EF4E-2455DBAC9836}"/>
                </a:ext>
              </a:extLst>
            </p:cNvPr>
            <p:cNvSpPr/>
            <p:nvPr/>
          </p:nvSpPr>
          <p:spPr>
            <a:xfrm rot="7817826">
              <a:off x="6055167" y="3316298"/>
              <a:ext cx="896498" cy="1060526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2456 w 574174"/>
                <a:gd name="connsiteY0" fmla="*/ 0 h 742950"/>
                <a:gd name="connsiteX1" fmla="*/ 574174 w 574174"/>
                <a:gd name="connsiteY1" fmla="*/ 742950 h 742950"/>
                <a:gd name="connsiteX2" fmla="*/ 0 w 574174"/>
                <a:gd name="connsiteY2" fmla="*/ 362884 h 742950"/>
                <a:gd name="connsiteX3" fmla="*/ 2456 w 574174"/>
                <a:gd name="connsiteY3" fmla="*/ 0 h 742950"/>
                <a:gd name="connsiteX0" fmla="*/ 2456 w 525049"/>
                <a:gd name="connsiteY0" fmla="*/ 0 h 602878"/>
                <a:gd name="connsiteX1" fmla="*/ 525049 w 525049"/>
                <a:gd name="connsiteY1" fmla="*/ 602878 h 602878"/>
                <a:gd name="connsiteX2" fmla="*/ 0 w 525049"/>
                <a:gd name="connsiteY2" fmla="*/ 362884 h 602878"/>
                <a:gd name="connsiteX3" fmla="*/ 2456 w 525049"/>
                <a:gd name="connsiteY3" fmla="*/ 0 h 602878"/>
                <a:gd name="connsiteX0" fmla="*/ 3962 w 526555"/>
                <a:gd name="connsiteY0" fmla="*/ 0 h 602878"/>
                <a:gd name="connsiteX1" fmla="*/ 526555 w 526555"/>
                <a:gd name="connsiteY1" fmla="*/ 602878 h 602878"/>
                <a:gd name="connsiteX2" fmla="*/ 0 w 526555"/>
                <a:gd name="connsiteY2" fmla="*/ 355563 h 602878"/>
                <a:gd name="connsiteX3" fmla="*/ 3962 w 526555"/>
                <a:gd name="connsiteY3" fmla="*/ 0 h 60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555" h="602878">
                  <a:moveTo>
                    <a:pt x="3962" y="0"/>
                  </a:moveTo>
                  <a:lnTo>
                    <a:pt x="526555" y="602878"/>
                  </a:lnTo>
                  <a:lnTo>
                    <a:pt x="0" y="355563"/>
                  </a:lnTo>
                  <a:cubicBezTo>
                    <a:pt x="819" y="234602"/>
                    <a:pt x="3143" y="120961"/>
                    <a:pt x="3962" y="0"/>
                  </a:cubicBezTo>
                  <a:close/>
                </a:path>
              </a:pathLst>
            </a:custGeom>
            <a:solidFill>
              <a:srgbClr val="041C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657F9834-68BC-BEF8-1689-9D25508E13E7}"/>
                </a:ext>
              </a:extLst>
            </p:cNvPr>
            <p:cNvSpPr/>
            <p:nvPr/>
          </p:nvSpPr>
          <p:spPr>
            <a:xfrm>
              <a:off x="6307591" y="798138"/>
              <a:ext cx="1600379" cy="1385361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3011 w 571718"/>
                <a:gd name="connsiteY2" fmla="*/ 414094 h 742950"/>
                <a:gd name="connsiteX3" fmla="*/ 0 w 571718"/>
                <a:gd name="connsiteY3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4517 w 571718"/>
                <a:gd name="connsiteY2" fmla="*/ 414094 h 742950"/>
                <a:gd name="connsiteX3" fmla="*/ 0 w 571718"/>
                <a:gd name="connsite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11813 w 571718"/>
                <a:gd name="csY2" fmla="*/ 340351 h 742950"/>
                <a:gd name="csX3" fmla="*/ 0 w 571718"/>
                <a:gd name="cs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4517 w 571718"/>
                <a:gd name="csY2" fmla="*/ 331748 h 742950"/>
                <a:gd name="csX3" fmla="*/ 0 w 571718"/>
                <a:gd name="cs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3605 w 571718"/>
                <a:gd name="csY2" fmla="*/ 335435 h 742950"/>
                <a:gd name="csX3" fmla="*/ 0 w 571718"/>
                <a:gd name="csY3" fmla="*/ 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1718" h="742950">
                  <a:moveTo>
                    <a:pt x="0" y="0"/>
                  </a:moveTo>
                  <a:lnTo>
                    <a:pt x="571718" y="742950"/>
                  </a:lnTo>
                  <a:cubicBezTo>
                    <a:pt x="382651" y="633331"/>
                    <a:pt x="192672" y="445054"/>
                    <a:pt x="3605" y="335435"/>
                  </a:cubicBezTo>
                  <a:cubicBezTo>
                    <a:pt x="2601" y="197404"/>
                    <a:pt x="1004" y="138031"/>
                    <a:pt x="0" y="0"/>
                  </a:cubicBezTo>
                  <a:close/>
                </a:path>
              </a:pathLst>
            </a:custGeom>
            <a:solidFill>
              <a:srgbClr val="3A7F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732BA1F-D7BF-503C-AF5A-CC9966FF6FEE}"/>
                </a:ext>
              </a:extLst>
            </p:cNvPr>
            <p:cNvSpPr/>
            <p:nvPr/>
          </p:nvSpPr>
          <p:spPr>
            <a:xfrm>
              <a:off x="6307591" y="800286"/>
              <a:ext cx="1600379" cy="1385361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0 w 910684"/>
                <a:gd name="connsiteY0" fmla="*/ 0 h 720834"/>
                <a:gd name="connsiteX1" fmla="*/ 910684 w 910684"/>
                <a:gd name="connsiteY1" fmla="*/ 720834 h 720834"/>
                <a:gd name="connsiteX2" fmla="*/ 338966 w 910684"/>
                <a:gd name="connsiteY2" fmla="*/ 387459 h 720834"/>
                <a:gd name="connsiteX3" fmla="*/ 0 w 910684"/>
                <a:gd name="connsiteY3" fmla="*/ 0 h 720834"/>
                <a:gd name="connsiteX0" fmla="*/ 0 w 957353"/>
                <a:gd name="connsiteY0" fmla="*/ 0 h 563561"/>
                <a:gd name="connsiteX1" fmla="*/ 957353 w 957353"/>
                <a:gd name="connsiteY1" fmla="*/ 563561 h 563561"/>
                <a:gd name="connsiteX2" fmla="*/ 338966 w 957353"/>
                <a:gd name="connsiteY2" fmla="*/ 387459 h 563561"/>
                <a:gd name="connsiteX3" fmla="*/ 0 w 957353"/>
                <a:gd name="connsiteY3" fmla="*/ 0 h 563561"/>
                <a:gd name="connsiteX0" fmla="*/ 0 w 957353"/>
                <a:gd name="connsiteY0" fmla="*/ 0 h 773268"/>
                <a:gd name="connsiteX1" fmla="*/ 957353 w 957353"/>
                <a:gd name="connsiteY1" fmla="*/ 563561 h 773268"/>
                <a:gd name="connsiteX2" fmla="*/ 599330 w 957353"/>
                <a:gd name="connsiteY2" fmla="*/ 773268 h 773268"/>
                <a:gd name="connsiteX3" fmla="*/ 0 w 957353"/>
                <a:gd name="connsiteY3" fmla="*/ 0 h 773268"/>
                <a:gd name="connsiteX0" fmla="*/ 0 w 935247"/>
                <a:gd name="connsiteY0" fmla="*/ 0 h 751152"/>
                <a:gd name="connsiteX1" fmla="*/ 935247 w 935247"/>
                <a:gd name="connsiteY1" fmla="*/ 541445 h 751152"/>
                <a:gd name="connsiteX2" fmla="*/ 577224 w 935247"/>
                <a:gd name="connsiteY2" fmla="*/ 751152 h 751152"/>
                <a:gd name="connsiteX3" fmla="*/ 0 w 935247"/>
                <a:gd name="connsiteY3" fmla="*/ 0 h 751152"/>
                <a:gd name="connsiteX0" fmla="*/ 0 w 945072"/>
                <a:gd name="connsiteY0" fmla="*/ 0 h 765897"/>
                <a:gd name="connsiteX1" fmla="*/ 945072 w 945072"/>
                <a:gd name="connsiteY1" fmla="*/ 556190 h 765897"/>
                <a:gd name="connsiteX2" fmla="*/ 587049 w 945072"/>
                <a:gd name="connsiteY2" fmla="*/ 765897 h 765897"/>
                <a:gd name="connsiteX3" fmla="*/ 0 w 945072"/>
                <a:gd name="connsiteY3" fmla="*/ 0 h 765897"/>
                <a:gd name="connsiteX0" fmla="*/ 0 w 935247"/>
                <a:gd name="connsiteY0" fmla="*/ 0 h 749514"/>
                <a:gd name="connsiteX1" fmla="*/ 935247 w 935247"/>
                <a:gd name="connsiteY1" fmla="*/ 539807 h 749514"/>
                <a:gd name="connsiteX2" fmla="*/ 577224 w 935247"/>
                <a:gd name="connsiteY2" fmla="*/ 749514 h 749514"/>
                <a:gd name="connsiteX3" fmla="*/ 0 w 935247"/>
                <a:gd name="connsiteY3" fmla="*/ 0 h 749514"/>
                <a:gd name="connsiteX0" fmla="*/ 0 w 935247"/>
                <a:gd name="connsiteY0" fmla="*/ 0 h 741981"/>
                <a:gd name="connsiteX1" fmla="*/ 935247 w 935247"/>
                <a:gd name="connsiteY1" fmla="*/ 539807 h 741981"/>
                <a:gd name="connsiteX2" fmla="*/ 577224 w 935247"/>
                <a:gd name="connsiteY2" fmla="*/ 741981 h 741981"/>
                <a:gd name="connsiteX3" fmla="*/ 0 w 935247"/>
                <a:gd name="connsiteY3" fmla="*/ 0 h 741981"/>
                <a:gd name="connsiteX0" fmla="*/ 0 w 959578"/>
                <a:gd name="connsiteY0" fmla="*/ 0 h 741981"/>
                <a:gd name="connsiteX1" fmla="*/ 959578 w 959578"/>
                <a:gd name="connsiteY1" fmla="*/ 551860 h 741981"/>
                <a:gd name="connsiteX2" fmla="*/ 577224 w 959578"/>
                <a:gd name="connsiteY2" fmla="*/ 741981 h 741981"/>
                <a:gd name="connsiteX3" fmla="*/ 0 w 959578"/>
                <a:gd name="connsiteY3" fmla="*/ 0 h 741981"/>
                <a:gd name="csX0" fmla="*/ 0 w 960443"/>
                <a:gd name="csY0" fmla="*/ 0 h 910717"/>
                <a:gd name="csX1" fmla="*/ 959578 w 960443"/>
                <a:gd name="csY1" fmla="*/ 551860 h 910717"/>
                <a:gd name="csX2" fmla="*/ 960443 w 960443"/>
                <a:gd name="csY2" fmla="*/ 910717 h 910717"/>
                <a:gd name="csX3" fmla="*/ 0 w 960443"/>
                <a:gd name="csY3" fmla="*/ 0 h 910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60443" h="910717">
                  <a:moveTo>
                    <a:pt x="0" y="0"/>
                  </a:moveTo>
                  <a:lnTo>
                    <a:pt x="959578" y="551860"/>
                  </a:lnTo>
                  <a:cubicBezTo>
                    <a:pt x="959866" y="671479"/>
                    <a:pt x="960155" y="791098"/>
                    <a:pt x="960443" y="91071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498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D5395383-0C85-E04E-4381-F71E5BCC8A46}"/>
                </a:ext>
              </a:extLst>
            </p:cNvPr>
            <p:cNvSpPr/>
            <p:nvPr/>
          </p:nvSpPr>
          <p:spPr>
            <a:xfrm rot="19963012">
              <a:off x="4580843" y="1220853"/>
              <a:ext cx="2002875" cy="665059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9678 w 1058803"/>
                <a:gd name="connsiteY2" fmla="*/ 358299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sX0" fmla="*/ 184944 w 1243747"/>
                <a:gd name="csY0" fmla="*/ 61843 h 433505"/>
                <a:gd name="csX1" fmla="*/ 1243747 w 1243747"/>
                <a:gd name="csY1" fmla="*/ 0 h 433505"/>
                <a:gd name="csX2" fmla="*/ 1064622 w 1243747"/>
                <a:gd name="csY2" fmla="*/ 358299 h 433505"/>
                <a:gd name="csX3" fmla="*/ 0 w 1243747"/>
                <a:gd name="csY3" fmla="*/ 433505 h 433505"/>
                <a:gd name="csX4" fmla="*/ 184944 w 1243747"/>
                <a:gd name="csY4" fmla="*/ 61843 h 4335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3747" h="433505">
                  <a:moveTo>
                    <a:pt x="184944" y="61843"/>
                  </a:moveTo>
                  <a:lnTo>
                    <a:pt x="1243747" y="0"/>
                  </a:lnTo>
                  <a:lnTo>
                    <a:pt x="1064622" y="358299"/>
                  </a:lnTo>
                  <a:lnTo>
                    <a:pt x="0" y="433505"/>
                  </a:lnTo>
                  <a:lnTo>
                    <a:pt x="184944" y="61843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12">
              <a:extLst>
                <a:ext uri="{FF2B5EF4-FFF2-40B4-BE49-F238E27FC236}">
                  <a16:creationId xmlns:a16="http://schemas.microsoft.com/office/drawing/2014/main" id="{E279ADB4-F9C1-636A-D479-B2C192853DA9}"/>
                </a:ext>
              </a:extLst>
            </p:cNvPr>
            <p:cNvSpPr/>
            <p:nvPr/>
          </p:nvSpPr>
          <p:spPr>
            <a:xfrm rot="1636988" flipH="1">
              <a:off x="5279145" y="837950"/>
              <a:ext cx="454230" cy="575924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872481"/>
                <a:gd name="connsiteY0" fmla="*/ 250001 h 590080"/>
                <a:gd name="connsiteX1" fmla="*/ 548536 w 872481"/>
                <a:gd name="connsiteY1" fmla="*/ 0 h 590080"/>
                <a:gd name="connsiteX2" fmla="*/ 872481 w 872481"/>
                <a:gd name="connsiteY2" fmla="*/ 547672 h 590080"/>
                <a:gd name="connsiteX3" fmla="*/ 217558 w 872481"/>
                <a:gd name="connsiteY3" fmla="*/ 590080 h 590080"/>
                <a:gd name="connsiteX4" fmla="*/ 0 w 872481"/>
                <a:gd name="connsiteY4" fmla="*/ 250001 h 590080"/>
                <a:gd name="connsiteX0" fmla="*/ 157975 w 654923"/>
                <a:gd name="connsiteY0" fmla="*/ 311508 h 590080"/>
                <a:gd name="connsiteX1" fmla="*/ 330978 w 654923"/>
                <a:gd name="connsiteY1" fmla="*/ 0 h 590080"/>
                <a:gd name="connsiteX2" fmla="*/ 654923 w 654923"/>
                <a:gd name="connsiteY2" fmla="*/ 547672 h 590080"/>
                <a:gd name="connsiteX3" fmla="*/ 0 w 654923"/>
                <a:gd name="connsiteY3" fmla="*/ 590080 h 590080"/>
                <a:gd name="connsiteX4" fmla="*/ 157975 w 654923"/>
                <a:gd name="connsiteY4" fmla="*/ 311508 h 590080"/>
                <a:gd name="connsiteX0" fmla="*/ 0 w 496948"/>
                <a:gd name="connsiteY0" fmla="*/ 311508 h 665875"/>
                <a:gd name="connsiteX1" fmla="*/ 173003 w 496948"/>
                <a:gd name="connsiteY1" fmla="*/ 0 h 665875"/>
                <a:gd name="connsiteX2" fmla="*/ 496948 w 496948"/>
                <a:gd name="connsiteY2" fmla="*/ 547672 h 665875"/>
                <a:gd name="connsiteX3" fmla="*/ 224478 w 496948"/>
                <a:gd name="connsiteY3" fmla="*/ 665875 h 665875"/>
                <a:gd name="connsiteX4" fmla="*/ 0 w 496948"/>
                <a:gd name="connsiteY4" fmla="*/ 311508 h 665875"/>
                <a:gd name="connsiteX0" fmla="*/ 0 w 398688"/>
                <a:gd name="connsiteY0" fmla="*/ 311508 h 665875"/>
                <a:gd name="connsiteX1" fmla="*/ 173003 w 398688"/>
                <a:gd name="connsiteY1" fmla="*/ 0 h 665875"/>
                <a:gd name="connsiteX2" fmla="*/ 398688 w 398688"/>
                <a:gd name="connsiteY2" fmla="*/ 343378 h 665875"/>
                <a:gd name="connsiteX3" fmla="*/ 224478 w 398688"/>
                <a:gd name="connsiteY3" fmla="*/ 665875 h 665875"/>
                <a:gd name="connsiteX4" fmla="*/ 0 w 398688"/>
                <a:gd name="connsiteY4" fmla="*/ 311508 h 665875"/>
                <a:gd name="connsiteX0" fmla="*/ 0 w 398688"/>
                <a:gd name="connsiteY0" fmla="*/ 331134 h 685501"/>
                <a:gd name="connsiteX1" fmla="*/ 169984 w 398688"/>
                <a:gd name="connsiteY1" fmla="*/ 0 h 685501"/>
                <a:gd name="connsiteX2" fmla="*/ 398688 w 398688"/>
                <a:gd name="connsiteY2" fmla="*/ 363004 h 685501"/>
                <a:gd name="connsiteX3" fmla="*/ 224478 w 398688"/>
                <a:gd name="connsiteY3" fmla="*/ 685501 h 685501"/>
                <a:gd name="connsiteX4" fmla="*/ 0 w 398688"/>
                <a:gd name="connsiteY4" fmla="*/ 331134 h 685501"/>
                <a:gd name="connsiteX0" fmla="*/ 0 w 391026"/>
                <a:gd name="connsiteY0" fmla="*/ 331134 h 685501"/>
                <a:gd name="connsiteX1" fmla="*/ 169984 w 391026"/>
                <a:gd name="connsiteY1" fmla="*/ 0 h 685501"/>
                <a:gd name="connsiteX2" fmla="*/ 391026 w 391026"/>
                <a:gd name="connsiteY2" fmla="*/ 349197 h 685501"/>
                <a:gd name="connsiteX3" fmla="*/ 224478 w 391026"/>
                <a:gd name="connsiteY3" fmla="*/ 685501 h 685501"/>
                <a:gd name="connsiteX4" fmla="*/ 0 w 391026"/>
                <a:gd name="connsiteY4" fmla="*/ 331134 h 685501"/>
                <a:gd name="connsiteX0" fmla="*/ 0 w 391026"/>
                <a:gd name="connsiteY0" fmla="*/ 331134 h 674370"/>
                <a:gd name="connsiteX1" fmla="*/ 169984 w 391026"/>
                <a:gd name="connsiteY1" fmla="*/ 0 h 674370"/>
                <a:gd name="connsiteX2" fmla="*/ 391026 w 391026"/>
                <a:gd name="connsiteY2" fmla="*/ 349197 h 674370"/>
                <a:gd name="connsiteX3" fmla="*/ 222006 w 391026"/>
                <a:gd name="connsiteY3" fmla="*/ 674370 h 674370"/>
                <a:gd name="connsiteX4" fmla="*/ 0 w 391026"/>
                <a:gd name="connsiteY4" fmla="*/ 331134 h 674370"/>
                <a:gd name="csX0" fmla="*/ 0 w 405311"/>
                <a:gd name="csY0" fmla="*/ 331134 h 674370"/>
                <a:gd name="csX1" fmla="*/ 169984 w 405311"/>
                <a:gd name="csY1" fmla="*/ 0 h 674370"/>
                <a:gd name="csX2" fmla="*/ 405311 w 405311"/>
                <a:gd name="csY2" fmla="*/ 321054 h 674370"/>
                <a:gd name="csX3" fmla="*/ 222006 w 405311"/>
                <a:gd name="csY3" fmla="*/ 674370 h 674370"/>
                <a:gd name="csX4" fmla="*/ 0 w 405311"/>
                <a:gd name="csY4" fmla="*/ 331134 h 674370"/>
                <a:gd name="csX0" fmla="*/ 0 w 405311"/>
                <a:gd name="csY0" fmla="*/ 178945 h 522181"/>
                <a:gd name="csX1" fmla="*/ 89547 w 405311"/>
                <a:gd name="csY1" fmla="*/ 0 h 522181"/>
                <a:gd name="csX2" fmla="*/ 405311 w 405311"/>
                <a:gd name="csY2" fmla="*/ 168865 h 522181"/>
                <a:gd name="csX3" fmla="*/ 222006 w 405311"/>
                <a:gd name="csY3" fmla="*/ 522181 h 522181"/>
                <a:gd name="csX4" fmla="*/ 0 w 405311"/>
                <a:gd name="csY4" fmla="*/ 178945 h 522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5311" h="522181">
                  <a:moveTo>
                    <a:pt x="0" y="178945"/>
                  </a:moveTo>
                  <a:lnTo>
                    <a:pt x="89547" y="0"/>
                  </a:lnTo>
                  <a:lnTo>
                    <a:pt x="405311" y="168865"/>
                  </a:lnTo>
                  <a:lnTo>
                    <a:pt x="222006" y="522181"/>
                  </a:lnTo>
                  <a:lnTo>
                    <a:pt x="0" y="178945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0072B908-D2BE-027B-02B3-572877C1FE3C}"/>
                </a:ext>
              </a:extLst>
            </p:cNvPr>
            <p:cNvSpPr/>
            <p:nvPr/>
          </p:nvSpPr>
          <p:spPr>
            <a:xfrm rot="16399889">
              <a:off x="6020863" y="2336209"/>
              <a:ext cx="1727025" cy="584425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9678 w 1058803"/>
                <a:gd name="connsiteY2" fmla="*/ 358299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sX0" fmla="*/ 0 w 1058803"/>
                <a:gd name="csY0" fmla="*/ 61843 h 358299"/>
                <a:gd name="csX1" fmla="*/ 1058803 w 1058803"/>
                <a:gd name="csY1" fmla="*/ 0 h 358299"/>
                <a:gd name="csX2" fmla="*/ 879678 w 1058803"/>
                <a:gd name="csY2" fmla="*/ 358299 h 358299"/>
                <a:gd name="csX3" fmla="*/ 0 w 1058803"/>
                <a:gd name="csY3" fmla="*/ 61843 h 358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58803" h="358299">
                  <a:moveTo>
                    <a:pt x="0" y="61843"/>
                  </a:moveTo>
                  <a:lnTo>
                    <a:pt x="1058803" y="0"/>
                  </a:lnTo>
                  <a:lnTo>
                    <a:pt x="879678" y="358299"/>
                  </a:lnTo>
                  <a:lnTo>
                    <a:pt x="0" y="61843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00E11EDB-FB3B-9767-8D1E-D941F4B0DA7F}"/>
                </a:ext>
              </a:extLst>
            </p:cNvPr>
            <p:cNvSpPr/>
            <p:nvPr/>
          </p:nvSpPr>
          <p:spPr>
            <a:xfrm rot="16399889">
              <a:off x="6071962" y="2665100"/>
              <a:ext cx="1771411" cy="563871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872481"/>
                <a:gd name="connsiteY0" fmla="*/ 250001 h 590080"/>
                <a:gd name="connsiteX1" fmla="*/ 548536 w 872481"/>
                <a:gd name="connsiteY1" fmla="*/ 0 h 590080"/>
                <a:gd name="connsiteX2" fmla="*/ 872481 w 872481"/>
                <a:gd name="connsiteY2" fmla="*/ 547672 h 590080"/>
                <a:gd name="connsiteX3" fmla="*/ 217558 w 872481"/>
                <a:gd name="connsiteY3" fmla="*/ 590080 h 590080"/>
                <a:gd name="connsiteX4" fmla="*/ 0 w 872481"/>
                <a:gd name="connsiteY4" fmla="*/ 250001 h 590080"/>
                <a:gd name="connsiteX0" fmla="*/ 157975 w 654923"/>
                <a:gd name="connsiteY0" fmla="*/ 311508 h 590080"/>
                <a:gd name="connsiteX1" fmla="*/ 330978 w 654923"/>
                <a:gd name="connsiteY1" fmla="*/ 0 h 590080"/>
                <a:gd name="connsiteX2" fmla="*/ 654923 w 654923"/>
                <a:gd name="connsiteY2" fmla="*/ 547672 h 590080"/>
                <a:gd name="connsiteX3" fmla="*/ 0 w 654923"/>
                <a:gd name="connsiteY3" fmla="*/ 590080 h 590080"/>
                <a:gd name="connsiteX4" fmla="*/ 157975 w 654923"/>
                <a:gd name="connsiteY4" fmla="*/ 311508 h 590080"/>
                <a:gd name="connsiteX0" fmla="*/ 0 w 496948"/>
                <a:gd name="connsiteY0" fmla="*/ 311508 h 665875"/>
                <a:gd name="connsiteX1" fmla="*/ 173003 w 496948"/>
                <a:gd name="connsiteY1" fmla="*/ 0 h 665875"/>
                <a:gd name="connsiteX2" fmla="*/ 496948 w 496948"/>
                <a:gd name="connsiteY2" fmla="*/ 547672 h 665875"/>
                <a:gd name="connsiteX3" fmla="*/ 224478 w 496948"/>
                <a:gd name="connsiteY3" fmla="*/ 665875 h 665875"/>
                <a:gd name="connsiteX4" fmla="*/ 0 w 496948"/>
                <a:gd name="connsiteY4" fmla="*/ 311508 h 665875"/>
                <a:gd name="connsiteX0" fmla="*/ 0 w 398688"/>
                <a:gd name="connsiteY0" fmla="*/ 311508 h 665875"/>
                <a:gd name="connsiteX1" fmla="*/ 173003 w 398688"/>
                <a:gd name="connsiteY1" fmla="*/ 0 h 665875"/>
                <a:gd name="connsiteX2" fmla="*/ 398688 w 398688"/>
                <a:gd name="connsiteY2" fmla="*/ 343378 h 665875"/>
                <a:gd name="connsiteX3" fmla="*/ 224478 w 398688"/>
                <a:gd name="connsiteY3" fmla="*/ 665875 h 665875"/>
                <a:gd name="connsiteX4" fmla="*/ 0 w 398688"/>
                <a:gd name="connsiteY4" fmla="*/ 311508 h 665875"/>
                <a:gd name="connsiteX0" fmla="*/ 0 w 398688"/>
                <a:gd name="connsiteY0" fmla="*/ 331134 h 685501"/>
                <a:gd name="connsiteX1" fmla="*/ 169984 w 398688"/>
                <a:gd name="connsiteY1" fmla="*/ 0 h 685501"/>
                <a:gd name="connsiteX2" fmla="*/ 398688 w 398688"/>
                <a:gd name="connsiteY2" fmla="*/ 363004 h 685501"/>
                <a:gd name="connsiteX3" fmla="*/ 224478 w 398688"/>
                <a:gd name="connsiteY3" fmla="*/ 685501 h 685501"/>
                <a:gd name="connsiteX4" fmla="*/ 0 w 398688"/>
                <a:gd name="connsiteY4" fmla="*/ 331134 h 685501"/>
                <a:gd name="connsiteX0" fmla="*/ 0 w 391026"/>
                <a:gd name="connsiteY0" fmla="*/ 331134 h 685501"/>
                <a:gd name="connsiteX1" fmla="*/ 169984 w 391026"/>
                <a:gd name="connsiteY1" fmla="*/ 0 h 685501"/>
                <a:gd name="connsiteX2" fmla="*/ 391026 w 391026"/>
                <a:gd name="connsiteY2" fmla="*/ 349197 h 685501"/>
                <a:gd name="connsiteX3" fmla="*/ 224478 w 391026"/>
                <a:gd name="connsiteY3" fmla="*/ 685501 h 685501"/>
                <a:gd name="connsiteX4" fmla="*/ 0 w 391026"/>
                <a:gd name="connsiteY4" fmla="*/ 331134 h 685501"/>
                <a:gd name="connsiteX0" fmla="*/ 0 w 391026"/>
                <a:gd name="connsiteY0" fmla="*/ 331134 h 674370"/>
                <a:gd name="connsiteX1" fmla="*/ 169984 w 391026"/>
                <a:gd name="connsiteY1" fmla="*/ 0 h 674370"/>
                <a:gd name="connsiteX2" fmla="*/ 391026 w 391026"/>
                <a:gd name="connsiteY2" fmla="*/ 349197 h 674370"/>
                <a:gd name="connsiteX3" fmla="*/ 222006 w 391026"/>
                <a:gd name="connsiteY3" fmla="*/ 674370 h 674370"/>
                <a:gd name="connsiteX4" fmla="*/ 0 w 391026"/>
                <a:gd name="connsiteY4" fmla="*/ 331134 h 674370"/>
                <a:gd name="csX0" fmla="*/ 0 w 1053753"/>
                <a:gd name="csY0" fmla="*/ 331134 h 674370"/>
                <a:gd name="csX1" fmla="*/ 169984 w 1053753"/>
                <a:gd name="csY1" fmla="*/ 0 h 674370"/>
                <a:gd name="csX2" fmla="*/ 1053753 w 1053753"/>
                <a:gd name="csY2" fmla="*/ 398673 h 674370"/>
                <a:gd name="csX3" fmla="*/ 222006 w 1053753"/>
                <a:gd name="csY3" fmla="*/ 674370 h 674370"/>
                <a:gd name="csX4" fmla="*/ 0 w 1053753"/>
                <a:gd name="csY4" fmla="*/ 331134 h 674370"/>
                <a:gd name="csX0" fmla="*/ 0 w 1053753"/>
                <a:gd name="csY0" fmla="*/ 331134 h 398673"/>
                <a:gd name="csX1" fmla="*/ 169984 w 1053753"/>
                <a:gd name="csY1" fmla="*/ 0 h 398673"/>
                <a:gd name="csX2" fmla="*/ 1053753 w 1053753"/>
                <a:gd name="csY2" fmla="*/ 398673 h 398673"/>
                <a:gd name="csX3" fmla="*/ 0 w 1053753"/>
                <a:gd name="csY3" fmla="*/ 331134 h 398673"/>
                <a:gd name="csX0" fmla="*/ 0 w 1095030"/>
                <a:gd name="csY0" fmla="*/ 467150 h 467150"/>
                <a:gd name="csX1" fmla="*/ 211261 w 1095030"/>
                <a:gd name="csY1" fmla="*/ 0 h 467150"/>
                <a:gd name="csX2" fmla="*/ 1095030 w 1095030"/>
                <a:gd name="csY2" fmla="*/ 398673 h 467150"/>
                <a:gd name="csX3" fmla="*/ 0 w 1095030"/>
                <a:gd name="csY3" fmla="*/ 467150 h 46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5030" h="467150">
                  <a:moveTo>
                    <a:pt x="0" y="467150"/>
                  </a:moveTo>
                  <a:lnTo>
                    <a:pt x="211261" y="0"/>
                  </a:lnTo>
                  <a:lnTo>
                    <a:pt x="1095030" y="398673"/>
                  </a:lnTo>
                  <a:lnTo>
                    <a:pt x="0" y="467150"/>
                  </a:lnTo>
                  <a:close/>
                </a:path>
              </a:pathLst>
            </a:cu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77E9AD-A65B-2A5D-9803-CFCCFB6E4E36}"/>
                </a:ext>
              </a:extLst>
            </p:cNvPr>
            <p:cNvSpPr/>
            <p:nvPr/>
          </p:nvSpPr>
          <p:spPr>
            <a:xfrm>
              <a:off x="5722916" y="2256361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D236FD-90C6-F96C-A7AD-5DDC55AB8A30}"/>
                </a:ext>
              </a:extLst>
            </p:cNvPr>
            <p:cNvSpPr/>
            <p:nvPr/>
          </p:nvSpPr>
          <p:spPr>
            <a:xfrm>
              <a:off x="6066064" y="2256361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EA4FDB-EC3E-7A20-5ACA-29B13C1E9E05}"/>
                </a:ext>
              </a:extLst>
            </p:cNvPr>
            <p:cNvSpPr/>
            <p:nvPr/>
          </p:nvSpPr>
          <p:spPr>
            <a:xfrm>
              <a:off x="5722915" y="2585804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451E24-6611-40BB-26A2-78601B3BDF57}"/>
                </a:ext>
              </a:extLst>
            </p:cNvPr>
            <p:cNvSpPr/>
            <p:nvPr/>
          </p:nvSpPr>
          <p:spPr>
            <a:xfrm>
              <a:off x="6066063" y="2581335"/>
              <a:ext cx="288802" cy="288802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50497F1B-115F-1A89-6345-F34C6472A148}"/>
              </a:ext>
            </a:extLst>
          </p:cNvPr>
          <p:cNvSpPr/>
          <p:nvPr/>
        </p:nvSpPr>
        <p:spPr>
          <a:xfrm>
            <a:off x="4371125" y="1485946"/>
            <a:ext cx="3608754" cy="360875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869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5D02A7E3-98FD-78EA-FAEE-5290AEE8BDD7}"/>
              </a:ext>
            </a:extLst>
          </p:cNvPr>
          <p:cNvGrpSpPr/>
          <p:nvPr/>
        </p:nvGrpSpPr>
        <p:grpSpPr>
          <a:xfrm>
            <a:off x="4694749" y="3429000"/>
            <a:ext cx="6244914" cy="1538883"/>
            <a:chOff x="3196246" y="4263776"/>
            <a:chExt cx="6244914" cy="1538883"/>
          </a:xfrm>
        </p:grpSpPr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1310CEF8-1007-360E-3C5B-F52B43771B5E}"/>
                </a:ext>
              </a:extLst>
            </p:cNvPr>
            <p:cNvSpPr txBox="1"/>
            <p:nvPr/>
          </p:nvSpPr>
          <p:spPr>
            <a:xfrm>
              <a:off x="3196246" y="4263776"/>
              <a:ext cx="6244914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6200" b="1" spc="120" dirty="0">
                  <a:solidFill>
                    <a:srgbClr val="0D3379"/>
                  </a:solidFill>
                </a:rPr>
                <a:t>IMMO</a:t>
              </a:r>
              <a:r>
                <a:rPr lang="fr-FR" sz="6200" b="1" spc="12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CONFORM</a:t>
              </a:r>
            </a:p>
            <a:p>
              <a:pPr algn="ctr"/>
              <a:r>
                <a:rPr lang="fr-FR" sz="3200" spc="12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DIAGNOSTICS IMMOBILIER </a:t>
              </a:r>
              <a:endParaRPr lang="fr-FR" sz="2400" spc="12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1D1FBD59-24BE-BB60-63DC-1EB26C3D6AF1}"/>
                </a:ext>
              </a:extLst>
            </p:cNvPr>
            <p:cNvCxnSpPr/>
            <p:nvPr/>
          </p:nvCxnSpPr>
          <p:spPr>
            <a:xfrm>
              <a:off x="3521600" y="5533864"/>
              <a:ext cx="330009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EAC4B8BE-3905-6039-EFC5-616512A1D070}"/>
                </a:ext>
              </a:extLst>
            </p:cNvPr>
            <p:cNvCxnSpPr/>
            <p:nvPr/>
          </p:nvCxnSpPr>
          <p:spPr>
            <a:xfrm>
              <a:off x="8801744" y="5533864"/>
              <a:ext cx="330009" cy="0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B96A8236-3BC0-47B6-52F6-47AB45663C39}"/>
              </a:ext>
            </a:extLst>
          </p:cNvPr>
          <p:cNvGrpSpPr/>
          <p:nvPr/>
        </p:nvGrpSpPr>
        <p:grpSpPr>
          <a:xfrm>
            <a:off x="1857980" y="1719994"/>
            <a:ext cx="3327127" cy="3496672"/>
            <a:chOff x="4580843" y="798138"/>
            <a:chExt cx="3327127" cy="3496672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7DE0F863-2208-F1D7-8689-DD93A774B5B9}"/>
                </a:ext>
              </a:extLst>
            </p:cNvPr>
            <p:cNvSpPr/>
            <p:nvPr/>
          </p:nvSpPr>
          <p:spPr>
            <a:xfrm rot="7817826">
              <a:off x="6055167" y="3316298"/>
              <a:ext cx="896498" cy="1060526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2456 w 574174"/>
                <a:gd name="connsiteY0" fmla="*/ 0 h 742950"/>
                <a:gd name="connsiteX1" fmla="*/ 574174 w 574174"/>
                <a:gd name="connsiteY1" fmla="*/ 742950 h 742950"/>
                <a:gd name="connsiteX2" fmla="*/ 0 w 574174"/>
                <a:gd name="connsiteY2" fmla="*/ 362884 h 742950"/>
                <a:gd name="connsiteX3" fmla="*/ 2456 w 574174"/>
                <a:gd name="connsiteY3" fmla="*/ 0 h 742950"/>
                <a:gd name="connsiteX0" fmla="*/ 2456 w 525049"/>
                <a:gd name="connsiteY0" fmla="*/ 0 h 602878"/>
                <a:gd name="connsiteX1" fmla="*/ 525049 w 525049"/>
                <a:gd name="connsiteY1" fmla="*/ 602878 h 602878"/>
                <a:gd name="connsiteX2" fmla="*/ 0 w 525049"/>
                <a:gd name="connsiteY2" fmla="*/ 362884 h 602878"/>
                <a:gd name="connsiteX3" fmla="*/ 2456 w 525049"/>
                <a:gd name="connsiteY3" fmla="*/ 0 h 602878"/>
                <a:gd name="connsiteX0" fmla="*/ 3962 w 526555"/>
                <a:gd name="connsiteY0" fmla="*/ 0 h 602878"/>
                <a:gd name="connsiteX1" fmla="*/ 526555 w 526555"/>
                <a:gd name="connsiteY1" fmla="*/ 602878 h 602878"/>
                <a:gd name="connsiteX2" fmla="*/ 0 w 526555"/>
                <a:gd name="connsiteY2" fmla="*/ 355563 h 602878"/>
                <a:gd name="connsiteX3" fmla="*/ 3962 w 526555"/>
                <a:gd name="connsiteY3" fmla="*/ 0 h 602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6555" h="602878">
                  <a:moveTo>
                    <a:pt x="3962" y="0"/>
                  </a:moveTo>
                  <a:lnTo>
                    <a:pt x="526555" y="602878"/>
                  </a:lnTo>
                  <a:lnTo>
                    <a:pt x="0" y="355563"/>
                  </a:lnTo>
                  <a:cubicBezTo>
                    <a:pt x="819" y="234602"/>
                    <a:pt x="3143" y="120961"/>
                    <a:pt x="3962" y="0"/>
                  </a:cubicBezTo>
                  <a:close/>
                </a:path>
              </a:pathLst>
            </a:custGeom>
            <a:solidFill>
              <a:srgbClr val="041C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A029E481-8401-328C-5D37-2770510CEEAC}"/>
                </a:ext>
              </a:extLst>
            </p:cNvPr>
            <p:cNvSpPr/>
            <p:nvPr/>
          </p:nvSpPr>
          <p:spPr>
            <a:xfrm>
              <a:off x="6307591" y="798138"/>
              <a:ext cx="1600379" cy="1385361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3011 w 571718"/>
                <a:gd name="connsiteY2" fmla="*/ 414094 h 742950"/>
                <a:gd name="connsiteX3" fmla="*/ 0 w 571718"/>
                <a:gd name="connsiteY3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4517 w 571718"/>
                <a:gd name="connsiteY2" fmla="*/ 414094 h 742950"/>
                <a:gd name="connsiteX3" fmla="*/ 0 w 571718"/>
                <a:gd name="connsite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11813 w 571718"/>
                <a:gd name="csY2" fmla="*/ 340351 h 742950"/>
                <a:gd name="csX3" fmla="*/ 0 w 571718"/>
                <a:gd name="cs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4517 w 571718"/>
                <a:gd name="csY2" fmla="*/ 331748 h 742950"/>
                <a:gd name="csX3" fmla="*/ 0 w 571718"/>
                <a:gd name="csY3" fmla="*/ 0 h 742950"/>
                <a:gd name="csX0" fmla="*/ 0 w 571718"/>
                <a:gd name="csY0" fmla="*/ 0 h 742950"/>
                <a:gd name="csX1" fmla="*/ 571718 w 571718"/>
                <a:gd name="csY1" fmla="*/ 742950 h 742950"/>
                <a:gd name="csX2" fmla="*/ 3605 w 571718"/>
                <a:gd name="csY2" fmla="*/ 335435 h 742950"/>
                <a:gd name="csX3" fmla="*/ 0 w 571718"/>
                <a:gd name="csY3" fmla="*/ 0 h 7429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1718" h="742950">
                  <a:moveTo>
                    <a:pt x="0" y="0"/>
                  </a:moveTo>
                  <a:lnTo>
                    <a:pt x="571718" y="742950"/>
                  </a:lnTo>
                  <a:cubicBezTo>
                    <a:pt x="382651" y="633331"/>
                    <a:pt x="192672" y="445054"/>
                    <a:pt x="3605" y="335435"/>
                  </a:cubicBezTo>
                  <a:cubicBezTo>
                    <a:pt x="2601" y="197404"/>
                    <a:pt x="1004" y="138031"/>
                    <a:pt x="0" y="0"/>
                  </a:cubicBezTo>
                  <a:close/>
                </a:path>
              </a:pathLst>
            </a:custGeom>
            <a:solidFill>
              <a:srgbClr val="3A7F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908499D9-BB8A-0FA5-2400-558116D90EA9}"/>
                </a:ext>
              </a:extLst>
            </p:cNvPr>
            <p:cNvSpPr/>
            <p:nvPr/>
          </p:nvSpPr>
          <p:spPr>
            <a:xfrm>
              <a:off x="6307591" y="800286"/>
              <a:ext cx="1600379" cy="1385361"/>
            </a:xfrm>
            <a:custGeom>
              <a:avLst/>
              <a:gdLst>
                <a:gd name="connsiteX0" fmla="*/ 0 w 1149568"/>
                <a:gd name="connsiteY0" fmla="*/ 0 h 517525"/>
                <a:gd name="connsiteX1" fmla="*/ 1149568 w 1149568"/>
                <a:gd name="connsiteY1" fmla="*/ 0 h 517525"/>
                <a:gd name="connsiteX2" fmla="*/ 1149568 w 1149568"/>
                <a:gd name="connsiteY2" fmla="*/ 517525 h 517525"/>
                <a:gd name="connsiteX3" fmla="*/ 0 w 1149568"/>
                <a:gd name="connsiteY3" fmla="*/ 517525 h 517525"/>
                <a:gd name="connsiteX4" fmla="*/ 0 w 1149568"/>
                <a:gd name="connsiteY4" fmla="*/ 0 h 517525"/>
                <a:gd name="connsiteX0" fmla="*/ 0 w 1149568"/>
                <a:gd name="connsiteY0" fmla="*/ 0 h 739775"/>
                <a:gd name="connsiteX1" fmla="*/ 1149568 w 1149568"/>
                <a:gd name="connsiteY1" fmla="*/ 0 h 739775"/>
                <a:gd name="connsiteX2" fmla="*/ 581243 w 1149568"/>
                <a:gd name="connsiteY2" fmla="*/ 739775 h 739775"/>
                <a:gd name="connsiteX3" fmla="*/ 0 w 1149568"/>
                <a:gd name="connsiteY3" fmla="*/ 517525 h 739775"/>
                <a:gd name="connsiteX4" fmla="*/ 0 w 114956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0 w 940018"/>
                <a:gd name="connsiteY3" fmla="*/ 517525 h 739775"/>
                <a:gd name="connsiteX4" fmla="*/ 0 w 940018"/>
                <a:gd name="connsiteY4" fmla="*/ 0 h 739775"/>
                <a:gd name="connsiteX0" fmla="*/ 0 w 940018"/>
                <a:gd name="connsiteY0" fmla="*/ 0 h 739775"/>
                <a:gd name="connsiteX1" fmla="*/ 940018 w 940018"/>
                <a:gd name="connsiteY1" fmla="*/ 530225 h 739775"/>
                <a:gd name="connsiteX2" fmla="*/ 581243 w 940018"/>
                <a:gd name="connsiteY2" fmla="*/ 739775 h 739775"/>
                <a:gd name="connsiteX3" fmla="*/ 9525 w 940018"/>
                <a:gd name="connsiteY3" fmla="*/ 406400 h 739775"/>
                <a:gd name="connsiteX4" fmla="*/ 0 w 940018"/>
                <a:gd name="connsiteY4" fmla="*/ 0 h 739775"/>
                <a:gd name="connsiteX0" fmla="*/ 0 w 930493"/>
                <a:gd name="connsiteY0" fmla="*/ 0 h 742950"/>
                <a:gd name="connsiteX1" fmla="*/ 930493 w 930493"/>
                <a:gd name="connsiteY1" fmla="*/ 533400 h 742950"/>
                <a:gd name="connsiteX2" fmla="*/ 571718 w 930493"/>
                <a:gd name="connsiteY2" fmla="*/ 742950 h 742950"/>
                <a:gd name="connsiteX3" fmla="*/ 0 w 930493"/>
                <a:gd name="connsiteY3" fmla="*/ 409575 h 742950"/>
                <a:gd name="connsiteX4" fmla="*/ 0 w 930493"/>
                <a:gd name="connsiteY4" fmla="*/ 0 h 742950"/>
                <a:gd name="connsiteX0" fmla="*/ 0 w 571718"/>
                <a:gd name="connsiteY0" fmla="*/ 0 h 742950"/>
                <a:gd name="connsiteX1" fmla="*/ 571718 w 571718"/>
                <a:gd name="connsiteY1" fmla="*/ 742950 h 742950"/>
                <a:gd name="connsiteX2" fmla="*/ 0 w 571718"/>
                <a:gd name="connsiteY2" fmla="*/ 409575 h 742950"/>
                <a:gd name="connsiteX3" fmla="*/ 0 w 571718"/>
                <a:gd name="connsiteY3" fmla="*/ 0 h 742950"/>
                <a:gd name="connsiteX0" fmla="*/ 0 w 910684"/>
                <a:gd name="connsiteY0" fmla="*/ 0 h 720834"/>
                <a:gd name="connsiteX1" fmla="*/ 910684 w 910684"/>
                <a:gd name="connsiteY1" fmla="*/ 720834 h 720834"/>
                <a:gd name="connsiteX2" fmla="*/ 338966 w 910684"/>
                <a:gd name="connsiteY2" fmla="*/ 387459 h 720834"/>
                <a:gd name="connsiteX3" fmla="*/ 0 w 910684"/>
                <a:gd name="connsiteY3" fmla="*/ 0 h 720834"/>
                <a:gd name="connsiteX0" fmla="*/ 0 w 957353"/>
                <a:gd name="connsiteY0" fmla="*/ 0 h 563561"/>
                <a:gd name="connsiteX1" fmla="*/ 957353 w 957353"/>
                <a:gd name="connsiteY1" fmla="*/ 563561 h 563561"/>
                <a:gd name="connsiteX2" fmla="*/ 338966 w 957353"/>
                <a:gd name="connsiteY2" fmla="*/ 387459 h 563561"/>
                <a:gd name="connsiteX3" fmla="*/ 0 w 957353"/>
                <a:gd name="connsiteY3" fmla="*/ 0 h 563561"/>
                <a:gd name="connsiteX0" fmla="*/ 0 w 957353"/>
                <a:gd name="connsiteY0" fmla="*/ 0 h 773268"/>
                <a:gd name="connsiteX1" fmla="*/ 957353 w 957353"/>
                <a:gd name="connsiteY1" fmla="*/ 563561 h 773268"/>
                <a:gd name="connsiteX2" fmla="*/ 599330 w 957353"/>
                <a:gd name="connsiteY2" fmla="*/ 773268 h 773268"/>
                <a:gd name="connsiteX3" fmla="*/ 0 w 957353"/>
                <a:gd name="connsiteY3" fmla="*/ 0 h 773268"/>
                <a:gd name="connsiteX0" fmla="*/ 0 w 935247"/>
                <a:gd name="connsiteY0" fmla="*/ 0 h 751152"/>
                <a:gd name="connsiteX1" fmla="*/ 935247 w 935247"/>
                <a:gd name="connsiteY1" fmla="*/ 541445 h 751152"/>
                <a:gd name="connsiteX2" fmla="*/ 577224 w 935247"/>
                <a:gd name="connsiteY2" fmla="*/ 751152 h 751152"/>
                <a:gd name="connsiteX3" fmla="*/ 0 w 935247"/>
                <a:gd name="connsiteY3" fmla="*/ 0 h 751152"/>
                <a:gd name="connsiteX0" fmla="*/ 0 w 945072"/>
                <a:gd name="connsiteY0" fmla="*/ 0 h 765897"/>
                <a:gd name="connsiteX1" fmla="*/ 945072 w 945072"/>
                <a:gd name="connsiteY1" fmla="*/ 556190 h 765897"/>
                <a:gd name="connsiteX2" fmla="*/ 587049 w 945072"/>
                <a:gd name="connsiteY2" fmla="*/ 765897 h 765897"/>
                <a:gd name="connsiteX3" fmla="*/ 0 w 945072"/>
                <a:gd name="connsiteY3" fmla="*/ 0 h 765897"/>
                <a:gd name="connsiteX0" fmla="*/ 0 w 935247"/>
                <a:gd name="connsiteY0" fmla="*/ 0 h 749514"/>
                <a:gd name="connsiteX1" fmla="*/ 935247 w 935247"/>
                <a:gd name="connsiteY1" fmla="*/ 539807 h 749514"/>
                <a:gd name="connsiteX2" fmla="*/ 577224 w 935247"/>
                <a:gd name="connsiteY2" fmla="*/ 749514 h 749514"/>
                <a:gd name="connsiteX3" fmla="*/ 0 w 935247"/>
                <a:gd name="connsiteY3" fmla="*/ 0 h 749514"/>
                <a:gd name="connsiteX0" fmla="*/ 0 w 935247"/>
                <a:gd name="connsiteY0" fmla="*/ 0 h 741981"/>
                <a:gd name="connsiteX1" fmla="*/ 935247 w 935247"/>
                <a:gd name="connsiteY1" fmla="*/ 539807 h 741981"/>
                <a:gd name="connsiteX2" fmla="*/ 577224 w 935247"/>
                <a:gd name="connsiteY2" fmla="*/ 741981 h 741981"/>
                <a:gd name="connsiteX3" fmla="*/ 0 w 935247"/>
                <a:gd name="connsiteY3" fmla="*/ 0 h 741981"/>
                <a:gd name="connsiteX0" fmla="*/ 0 w 959578"/>
                <a:gd name="connsiteY0" fmla="*/ 0 h 741981"/>
                <a:gd name="connsiteX1" fmla="*/ 959578 w 959578"/>
                <a:gd name="connsiteY1" fmla="*/ 551860 h 741981"/>
                <a:gd name="connsiteX2" fmla="*/ 577224 w 959578"/>
                <a:gd name="connsiteY2" fmla="*/ 741981 h 741981"/>
                <a:gd name="connsiteX3" fmla="*/ 0 w 959578"/>
                <a:gd name="connsiteY3" fmla="*/ 0 h 741981"/>
                <a:gd name="csX0" fmla="*/ 0 w 960443"/>
                <a:gd name="csY0" fmla="*/ 0 h 910717"/>
                <a:gd name="csX1" fmla="*/ 959578 w 960443"/>
                <a:gd name="csY1" fmla="*/ 551860 h 910717"/>
                <a:gd name="csX2" fmla="*/ 960443 w 960443"/>
                <a:gd name="csY2" fmla="*/ 910717 h 910717"/>
                <a:gd name="csX3" fmla="*/ 0 w 960443"/>
                <a:gd name="csY3" fmla="*/ 0 h 910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60443" h="910717">
                  <a:moveTo>
                    <a:pt x="0" y="0"/>
                  </a:moveTo>
                  <a:lnTo>
                    <a:pt x="959578" y="551860"/>
                  </a:lnTo>
                  <a:cubicBezTo>
                    <a:pt x="959866" y="671479"/>
                    <a:pt x="960155" y="791098"/>
                    <a:pt x="960443" y="91071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498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156811C3-0AF1-63C3-8557-5F911B1303CF}"/>
                </a:ext>
              </a:extLst>
            </p:cNvPr>
            <p:cNvSpPr/>
            <p:nvPr/>
          </p:nvSpPr>
          <p:spPr>
            <a:xfrm rot="19963012">
              <a:off x="4580843" y="1220853"/>
              <a:ext cx="2002875" cy="665059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9678 w 1058803"/>
                <a:gd name="connsiteY2" fmla="*/ 358299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sX0" fmla="*/ 184944 w 1243747"/>
                <a:gd name="csY0" fmla="*/ 61843 h 433505"/>
                <a:gd name="csX1" fmla="*/ 1243747 w 1243747"/>
                <a:gd name="csY1" fmla="*/ 0 h 433505"/>
                <a:gd name="csX2" fmla="*/ 1064622 w 1243747"/>
                <a:gd name="csY2" fmla="*/ 358299 h 433505"/>
                <a:gd name="csX3" fmla="*/ 0 w 1243747"/>
                <a:gd name="csY3" fmla="*/ 433505 h 433505"/>
                <a:gd name="csX4" fmla="*/ 184944 w 1243747"/>
                <a:gd name="csY4" fmla="*/ 61843 h 4335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43747" h="433505">
                  <a:moveTo>
                    <a:pt x="184944" y="61843"/>
                  </a:moveTo>
                  <a:lnTo>
                    <a:pt x="1243747" y="0"/>
                  </a:lnTo>
                  <a:lnTo>
                    <a:pt x="1064622" y="358299"/>
                  </a:lnTo>
                  <a:lnTo>
                    <a:pt x="0" y="433505"/>
                  </a:lnTo>
                  <a:lnTo>
                    <a:pt x="184944" y="61843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05774068-B239-14F2-C412-687474C374D7}"/>
                </a:ext>
              </a:extLst>
            </p:cNvPr>
            <p:cNvSpPr/>
            <p:nvPr/>
          </p:nvSpPr>
          <p:spPr>
            <a:xfrm rot="1636988" flipH="1">
              <a:off x="5279145" y="837950"/>
              <a:ext cx="454230" cy="575924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872481"/>
                <a:gd name="connsiteY0" fmla="*/ 250001 h 590080"/>
                <a:gd name="connsiteX1" fmla="*/ 548536 w 872481"/>
                <a:gd name="connsiteY1" fmla="*/ 0 h 590080"/>
                <a:gd name="connsiteX2" fmla="*/ 872481 w 872481"/>
                <a:gd name="connsiteY2" fmla="*/ 547672 h 590080"/>
                <a:gd name="connsiteX3" fmla="*/ 217558 w 872481"/>
                <a:gd name="connsiteY3" fmla="*/ 590080 h 590080"/>
                <a:gd name="connsiteX4" fmla="*/ 0 w 872481"/>
                <a:gd name="connsiteY4" fmla="*/ 250001 h 590080"/>
                <a:gd name="connsiteX0" fmla="*/ 157975 w 654923"/>
                <a:gd name="connsiteY0" fmla="*/ 311508 h 590080"/>
                <a:gd name="connsiteX1" fmla="*/ 330978 w 654923"/>
                <a:gd name="connsiteY1" fmla="*/ 0 h 590080"/>
                <a:gd name="connsiteX2" fmla="*/ 654923 w 654923"/>
                <a:gd name="connsiteY2" fmla="*/ 547672 h 590080"/>
                <a:gd name="connsiteX3" fmla="*/ 0 w 654923"/>
                <a:gd name="connsiteY3" fmla="*/ 590080 h 590080"/>
                <a:gd name="connsiteX4" fmla="*/ 157975 w 654923"/>
                <a:gd name="connsiteY4" fmla="*/ 311508 h 590080"/>
                <a:gd name="connsiteX0" fmla="*/ 0 w 496948"/>
                <a:gd name="connsiteY0" fmla="*/ 311508 h 665875"/>
                <a:gd name="connsiteX1" fmla="*/ 173003 w 496948"/>
                <a:gd name="connsiteY1" fmla="*/ 0 h 665875"/>
                <a:gd name="connsiteX2" fmla="*/ 496948 w 496948"/>
                <a:gd name="connsiteY2" fmla="*/ 547672 h 665875"/>
                <a:gd name="connsiteX3" fmla="*/ 224478 w 496948"/>
                <a:gd name="connsiteY3" fmla="*/ 665875 h 665875"/>
                <a:gd name="connsiteX4" fmla="*/ 0 w 496948"/>
                <a:gd name="connsiteY4" fmla="*/ 311508 h 665875"/>
                <a:gd name="connsiteX0" fmla="*/ 0 w 398688"/>
                <a:gd name="connsiteY0" fmla="*/ 311508 h 665875"/>
                <a:gd name="connsiteX1" fmla="*/ 173003 w 398688"/>
                <a:gd name="connsiteY1" fmla="*/ 0 h 665875"/>
                <a:gd name="connsiteX2" fmla="*/ 398688 w 398688"/>
                <a:gd name="connsiteY2" fmla="*/ 343378 h 665875"/>
                <a:gd name="connsiteX3" fmla="*/ 224478 w 398688"/>
                <a:gd name="connsiteY3" fmla="*/ 665875 h 665875"/>
                <a:gd name="connsiteX4" fmla="*/ 0 w 398688"/>
                <a:gd name="connsiteY4" fmla="*/ 311508 h 665875"/>
                <a:gd name="connsiteX0" fmla="*/ 0 w 398688"/>
                <a:gd name="connsiteY0" fmla="*/ 331134 h 685501"/>
                <a:gd name="connsiteX1" fmla="*/ 169984 w 398688"/>
                <a:gd name="connsiteY1" fmla="*/ 0 h 685501"/>
                <a:gd name="connsiteX2" fmla="*/ 398688 w 398688"/>
                <a:gd name="connsiteY2" fmla="*/ 363004 h 685501"/>
                <a:gd name="connsiteX3" fmla="*/ 224478 w 398688"/>
                <a:gd name="connsiteY3" fmla="*/ 685501 h 685501"/>
                <a:gd name="connsiteX4" fmla="*/ 0 w 398688"/>
                <a:gd name="connsiteY4" fmla="*/ 331134 h 685501"/>
                <a:gd name="connsiteX0" fmla="*/ 0 w 391026"/>
                <a:gd name="connsiteY0" fmla="*/ 331134 h 685501"/>
                <a:gd name="connsiteX1" fmla="*/ 169984 w 391026"/>
                <a:gd name="connsiteY1" fmla="*/ 0 h 685501"/>
                <a:gd name="connsiteX2" fmla="*/ 391026 w 391026"/>
                <a:gd name="connsiteY2" fmla="*/ 349197 h 685501"/>
                <a:gd name="connsiteX3" fmla="*/ 224478 w 391026"/>
                <a:gd name="connsiteY3" fmla="*/ 685501 h 685501"/>
                <a:gd name="connsiteX4" fmla="*/ 0 w 391026"/>
                <a:gd name="connsiteY4" fmla="*/ 331134 h 685501"/>
                <a:gd name="connsiteX0" fmla="*/ 0 w 391026"/>
                <a:gd name="connsiteY0" fmla="*/ 331134 h 674370"/>
                <a:gd name="connsiteX1" fmla="*/ 169984 w 391026"/>
                <a:gd name="connsiteY1" fmla="*/ 0 h 674370"/>
                <a:gd name="connsiteX2" fmla="*/ 391026 w 391026"/>
                <a:gd name="connsiteY2" fmla="*/ 349197 h 674370"/>
                <a:gd name="connsiteX3" fmla="*/ 222006 w 391026"/>
                <a:gd name="connsiteY3" fmla="*/ 674370 h 674370"/>
                <a:gd name="connsiteX4" fmla="*/ 0 w 391026"/>
                <a:gd name="connsiteY4" fmla="*/ 331134 h 674370"/>
                <a:gd name="csX0" fmla="*/ 0 w 405311"/>
                <a:gd name="csY0" fmla="*/ 331134 h 674370"/>
                <a:gd name="csX1" fmla="*/ 169984 w 405311"/>
                <a:gd name="csY1" fmla="*/ 0 h 674370"/>
                <a:gd name="csX2" fmla="*/ 405311 w 405311"/>
                <a:gd name="csY2" fmla="*/ 321054 h 674370"/>
                <a:gd name="csX3" fmla="*/ 222006 w 405311"/>
                <a:gd name="csY3" fmla="*/ 674370 h 674370"/>
                <a:gd name="csX4" fmla="*/ 0 w 405311"/>
                <a:gd name="csY4" fmla="*/ 331134 h 674370"/>
                <a:gd name="csX0" fmla="*/ 0 w 405311"/>
                <a:gd name="csY0" fmla="*/ 178945 h 522181"/>
                <a:gd name="csX1" fmla="*/ 89547 w 405311"/>
                <a:gd name="csY1" fmla="*/ 0 h 522181"/>
                <a:gd name="csX2" fmla="*/ 405311 w 405311"/>
                <a:gd name="csY2" fmla="*/ 168865 h 522181"/>
                <a:gd name="csX3" fmla="*/ 222006 w 405311"/>
                <a:gd name="csY3" fmla="*/ 522181 h 522181"/>
                <a:gd name="csX4" fmla="*/ 0 w 405311"/>
                <a:gd name="csY4" fmla="*/ 178945 h 522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5311" h="522181">
                  <a:moveTo>
                    <a:pt x="0" y="178945"/>
                  </a:moveTo>
                  <a:lnTo>
                    <a:pt x="89547" y="0"/>
                  </a:lnTo>
                  <a:lnTo>
                    <a:pt x="405311" y="168865"/>
                  </a:lnTo>
                  <a:lnTo>
                    <a:pt x="222006" y="522181"/>
                  </a:lnTo>
                  <a:lnTo>
                    <a:pt x="0" y="178945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F802564A-7FF5-351D-F95F-1FA550FDF87E}"/>
                </a:ext>
              </a:extLst>
            </p:cNvPr>
            <p:cNvSpPr/>
            <p:nvPr/>
          </p:nvSpPr>
          <p:spPr>
            <a:xfrm rot="16399889">
              <a:off x="6020863" y="2336209"/>
              <a:ext cx="1727025" cy="584425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9678 w 1058803"/>
                <a:gd name="connsiteY2" fmla="*/ 358299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sX0" fmla="*/ 0 w 1058803"/>
                <a:gd name="csY0" fmla="*/ 61843 h 358299"/>
                <a:gd name="csX1" fmla="*/ 1058803 w 1058803"/>
                <a:gd name="csY1" fmla="*/ 0 h 358299"/>
                <a:gd name="csX2" fmla="*/ 879678 w 1058803"/>
                <a:gd name="csY2" fmla="*/ 358299 h 358299"/>
                <a:gd name="csX3" fmla="*/ 0 w 1058803"/>
                <a:gd name="csY3" fmla="*/ 61843 h 358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58803" h="358299">
                  <a:moveTo>
                    <a:pt x="0" y="61843"/>
                  </a:moveTo>
                  <a:lnTo>
                    <a:pt x="1058803" y="0"/>
                  </a:lnTo>
                  <a:lnTo>
                    <a:pt x="879678" y="358299"/>
                  </a:lnTo>
                  <a:lnTo>
                    <a:pt x="0" y="61843"/>
                  </a:lnTo>
                  <a:close/>
                </a:path>
              </a:pathLst>
            </a:custGeom>
            <a:solidFill>
              <a:srgbClr val="1E54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Rectangle 12">
              <a:extLst>
                <a:ext uri="{FF2B5EF4-FFF2-40B4-BE49-F238E27FC236}">
                  <a16:creationId xmlns:a16="http://schemas.microsoft.com/office/drawing/2014/main" id="{E0FAF037-F80C-8BFF-D253-E5E9F7E3CA2F}"/>
                </a:ext>
              </a:extLst>
            </p:cNvPr>
            <p:cNvSpPr/>
            <p:nvPr/>
          </p:nvSpPr>
          <p:spPr>
            <a:xfrm rot="16399889">
              <a:off x="6071962" y="2665100"/>
              <a:ext cx="1771411" cy="563871"/>
            </a:xfrm>
            <a:custGeom>
              <a:avLst/>
              <a:gdLst>
                <a:gd name="connsiteX0" fmla="*/ 0 w 1064419"/>
                <a:gd name="connsiteY0" fmla="*/ 0 h 278777"/>
                <a:gd name="connsiteX1" fmla="*/ 1064419 w 1064419"/>
                <a:gd name="connsiteY1" fmla="*/ 0 h 278777"/>
                <a:gd name="connsiteX2" fmla="*/ 1064419 w 1064419"/>
                <a:gd name="connsiteY2" fmla="*/ 278777 h 278777"/>
                <a:gd name="connsiteX3" fmla="*/ 0 w 1064419"/>
                <a:gd name="connsiteY3" fmla="*/ 278777 h 278777"/>
                <a:gd name="connsiteX4" fmla="*/ 0 w 1064419"/>
                <a:gd name="connsiteY4" fmla="*/ 0 h 278777"/>
                <a:gd name="connsiteX0" fmla="*/ 0 w 1154730"/>
                <a:gd name="connsiteY0" fmla="*/ 0 h 278777"/>
                <a:gd name="connsiteX1" fmla="*/ 1154730 w 1154730"/>
                <a:gd name="connsiteY1" fmla="*/ 17107 h 278777"/>
                <a:gd name="connsiteX2" fmla="*/ 1064419 w 1154730"/>
                <a:gd name="connsiteY2" fmla="*/ 278777 h 278777"/>
                <a:gd name="connsiteX3" fmla="*/ 0 w 1154730"/>
                <a:gd name="connsiteY3" fmla="*/ 278777 h 278777"/>
                <a:gd name="connsiteX4" fmla="*/ 0 w 1154730"/>
                <a:gd name="connsiteY4" fmla="*/ 0 h 278777"/>
                <a:gd name="connsiteX0" fmla="*/ 0 w 1154730"/>
                <a:gd name="connsiteY0" fmla="*/ 0 h 391501"/>
                <a:gd name="connsiteX1" fmla="*/ 1154730 w 1154730"/>
                <a:gd name="connsiteY1" fmla="*/ 17107 h 391501"/>
                <a:gd name="connsiteX2" fmla="*/ 966091 w 1154730"/>
                <a:gd name="connsiteY2" fmla="*/ 391501 h 391501"/>
                <a:gd name="connsiteX3" fmla="*/ 0 w 1154730"/>
                <a:gd name="connsiteY3" fmla="*/ 278777 h 391501"/>
                <a:gd name="connsiteX4" fmla="*/ 0 w 1154730"/>
                <a:gd name="connsiteY4" fmla="*/ 0 h 391501"/>
                <a:gd name="connsiteX0" fmla="*/ 0 w 1154730"/>
                <a:gd name="connsiteY0" fmla="*/ 0 h 433909"/>
                <a:gd name="connsiteX1" fmla="*/ 1154730 w 1154730"/>
                <a:gd name="connsiteY1" fmla="*/ 17107 h 433909"/>
                <a:gd name="connsiteX2" fmla="*/ 966091 w 1154730"/>
                <a:gd name="connsiteY2" fmla="*/ 391501 h 433909"/>
                <a:gd name="connsiteX3" fmla="*/ 311168 w 1154730"/>
                <a:gd name="connsiteY3" fmla="*/ 433909 h 433909"/>
                <a:gd name="connsiteX4" fmla="*/ 0 w 1154730"/>
                <a:gd name="connsiteY4" fmla="*/ 0 h 433909"/>
                <a:gd name="connsiteX0" fmla="*/ 0 w 1061120"/>
                <a:gd name="connsiteY0" fmla="*/ 76723 h 416802"/>
                <a:gd name="connsiteX1" fmla="*/ 1061120 w 1061120"/>
                <a:gd name="connsiteY1" fmla="*/ 0 h 416802"/>
                <a:gd name="connsiteX2" fmla="*/ 872481 w 1061120"/>
                <a:gd name="connsiteY2" fmla="*/ 374394 h 416802"/>
                <a:gd name="connsiteX3" fmla="*/ 217558 w 1061120"/>
                <a:gd name="connsiteY3" fmla="*/ 416802 h 416802"/>
                <a:gd name="connsiteX4" fmla="*/ 0 w 1061120"/>
                <a:gd name="connsiteY4" fmla="*/ 76723 h 416802"/>
                <a:gd name="connsiteX0" fmla="*/ 0 w 1049113"/>
                <a:gd name="connsiteY0" fmla="*/ 53443 h 393522"/>
                <a:gd name="connsiteX1" fmla="*/ 1049113 w 1049113"/>
                <a:gd name="connsiteY1" fmla="*/ 0 h 393522"/>
                <a:gd name="connsiteX2" fmla="*/ 872481 w 1049113"/>
                <a:gd name="connsiteY2" fmla="*/ 351114 h 393522"/>
                <a:gd name="connsiteX3" fmla="*/ 217558 w 1049113"/>
                <a:gd name="connsiteY3" fmla="*/ 393522 h 393522"/>
                <a:gd name="connsiteX4" fmla="*/ 0 w 1049113"/>
                <a:gd name="connsiteY4" fmla="*/ 53443 h 393522"/>
                <a:gd name="connsiteX0" fmla="*/ 0 w 1058803"/>
                <a:gd name="connsiteY0" fmla="*/ 61843 h 401922"/>
                <a:gd name="connsiteX1" fmla="*/ 1058803 w 1058803"/>
                <a:gd name="connsiteY1" fmla="*/ 0 h 401922"/>
                <a:gd name="connsiteX2" fmla="*/ 872481 w 1058803"/>
                <a:gd name="connsiteY2" fmla="*/ 359514 h 401922"/>
                <a:gd name="connsiteX3" fmla="*/ 217558 w 1058803"/>
                <a:gd name="connsiteY3" fmla="*/ 401922 h 401922"/>
                <a:gd name="connsiteX4" fmla="*/ 0 w 1058803"/>
                <a:gd name="connsiteY4" fmla="*/ 61843 h 401922"/>
                <a:gd name="connsiteX0" fmla="*/ 0 w 872481"/>
                <a:gd name="connsiteY0" fmla="*/ 250001 h 590080"/>
                <a:gd name="connsiteX1" fmla="*/ 548536 w 872481"/>
                <a:gd name="connsiteY1" fmla="*/ 0 h 590080"/>
                <a:gd name="connsiteX2" fmla="*/ 872481 w 872481"/>
                <a:gd name="connsiteY2" fmla="*/ 547672 h 590080"/>
                <a:gd name="connsiteX3" fmla="*/ 217558 w 872481"/>
                <a:gd name="connsiteY3" fmla="*/ 590080 h 590080"/>
                <a:gd name="connsiteX4" fmla="*/ 0 w 872481"/>
                <a:gd name="connsiteY4" fmla="*/ 250001 h 590080"/>
                <a:gd name="connsiteX0" fmla="*/ 157975 w 654923"/>
                <a:gd name="connsiteY0" fmla="*/ 311508 h 590080"/>
                <a:gd name="connsiteX1" fmla="*/ 330978 w 654923"/>
                <a:gd name="connsiteY1" fmla="*/ 0 h 590080"/>
                <a:gd name="connsiteX2" fmla="*/ 654923 w 654923"/>
                <a:gd name="connsiteY2" fmla="*/ 547672 h 590080"/>
                <a:gd name="connsiteX3" fmla="*/ 0 w 654923"/>
                <a:gd name="connsiteY3" fmla="*/ 590080 h 590080"/>
                <a:gd name="connsiteX4" fmla="*/ 157975 w 654923"/>
                <a:gd name="connsiteY4" fmla="*/ 311508 h 590080"/>
                <a:gd name="connsiteX0" fmla="*/ 0 w 496948"/>
                <a:gd name="connsiteY0" fmla="*/ 311508 h 665875"/>
                <a:gd name="connsiteX1" fmla="*/ 173003 w 496948"/>
                <a:gd name="connsiteY1" fmla="*/ 0 h 665875"/>
                <a:gd name="connsiteX2" fmla="*/ 496948 w 496948"/>
                <a:gd name="connsiteY2" fmla="*/ 547672 h 665875"/>
                <a:gd name="connsiteX3" fmla="*/ 224478 w 496948"/>
                <a:gd name="connsiteY3" fmla="*/ 665875 h 665875"/>
                <a:gd name="connsiteX4" fmla="*/ 0 w 496948"/>
                <a:gd name="connsiteY4" fmla="*/ 311508 h 665875"/>
                <a:gd name="connsiteX0" fmla="*/ 0 w 398688"/>
                <a:gd name="connsiteY0" fmla="*/ 311508 h 665875"/>
                <a:gd name="connsiteX1" fmla="*/ 173003 w 398688"/>
                <a:gd name="connsiteY1" fmla="*/ 0 h 665875"/>
                <a:gd name="connsiteX2" fmla="*/ 398688 w 398688"/>
                <a:gd name="connsiteY2" fmla="*/ 343378 h 665875"/>
                <a:gd name="connsiteX3" fmla="*/ 224478 w 398688"/>
                <a:gd name="connsiteY3" fmla="*/ 665875 h 665875"/>
                <a:gd name="connsiteX4" fmla="*/ 0 w 398688"/>
                <a:gd name="connsiteY4" fmla="*/ 311508 h 665875"/>
                <a:gd name="connsiteX0" fmla="*/ 0 w 398688"/>
                <a:gd name="connsiteY0" fmla="*/ 331134 h 685501"/>
                <a:gd name="connsiteX1" fmla="*/ 169984 w 398688"/>
                <a:gd name="connsiteY1" fmla="*/ 0 h 685501"/>
                <a:gd name="connsiteX2" fmla="*/ 398688 w 398688"/>
                <a:gd name="connsiteY2" fmla="*/ 363004 h 685501"/>
                <a:gd name="connsiteX3" fmla="*/ 224478 w 398688"/>
                <a:gd name="connsiteY3" fmla="*/ 685501 h 685501"/>
                <a:gd name="connsiteX4" fmla="*/ 0 w 398688"/>
                <a:gd name="connsiteY4" fmla="*/ 331134 h 685501"/>
                <a:gd name="connsiteX0" fmla="*/ 0 w 391026"/>
                <a:gd name="connsiteY0" fmla="*/ 331134 h 685501"/>
                <a:gd name="connsiteX1" fmla="*/ 169984 w 391026"/>
                <a:gd name="connsiteY1" fmla="*/ 0 h 685501"/>
                <a:gd name="connsiteX2" fmla="*/ 391026 w 391026"/>
                <a:gd name="connsiteY2" fmla="*/ 349197 h 685501"/>
                <a:gd name="connsiteX3" fmla="*/ 224478 w 391026"/>
                <a:gd name="connsiteY3" fmla="*/ 685501 h 685501"/>
                <a:gd name="connsiteX4" fmla="*/ 0 w 391026"/>
                <a:gd name="connsiteY4" fmla="*/ 331134 h 685501"/>
                <a:gd name="connsiteX0" fmla="*/ 0 w 391026"/>
                <a:gd name="connsiteY0" fmla="*/ 331134 h 674370"/>
                <a:gd name="connsiteX1" fmla="*/ 169984 w 391026"/>
                <a:gd name="connsiteY1" fmla="*/ 0 h 674370"/>
                <a:gd name="connsiteX2" fmla="*/ 391026 w 391026"/>
                <a:gd name="connsiteY2" fmla="*/ 349197 h 674370"/>
                <a:gd name="connsiteX3" fmla="*/ 222006 w 391026"/>
                <a:gd name="connsiteY3" fmla="*/ 674370 h 674370"/>
                <a:gd name="connsiteX4" fmla="*/ 0 w 391026"/>
                <a:gd name="connsiteY4" fmla="*/ 331134 h 674370"/>
                <a:gd name="csX0" fmla="*/ 0 w 1053753"/>
                <a:gd name="csY0" fmla="*/ 331134 h 674370"/>
                <a:gd name="csX1" fmla="*/ 169984 w 1053753"/>
                <a:gd name="csY1" fmla="*/ 0 h 674370"/>
                <a:gd name="csX2" fmla="*/ 1053753 w 1053753"/>
                <a:gd name="csY2" fmla="*/ 398673 h 674370"/>
                <a:gd name="csX3" fmla="*/ 222006 w 1053753"/>
                <a:gd name="csY3" fmla="*/ 674370 h 674370"/>
                <a:gd name="csX4" fmla="*/ 0 w 1053753"/>
                <a:gd name="csY4" fmla="*/ 331134 h 674370"/>
                <a:gd name="csX0" fmla="*/ 0 w 1053753"/>
                <a:gd name="csY0" fmla="*/ 331134 h 398673"/>
                <a:gd name="csX1" fmla="*/ 169984 w 1053753"/>
                <a:gd name="csY1" fmla="*/ 0 h 398673"/>
                <a:gd name="csX2" fmla="*/ 1053753 w 1053753"/>
                <a:gd name="csY2" fmla="*/ 398673 h 398673"/>
                <a:gd name="csX3" fmla="*/ 0 w 1053753"/>
                <a:gd name="csY3" fmla="*/ 331134 h 398673"/>
                <a:gd name="csX0" fmla="*/ 0 w 1095030"/>
                <a:gd name="csY0" fmla="*/ 467150 h 467150"/>
                <a:gd name="csX1" fmla="*/ 211261 w 1095030"/>
                <a:gd name="csY1" fmla="*/ 0 h 467150"/>
                <a:gd name="csX2" fmla="*/ 1095030 w 1095030"/>
                <a:gd name="csY2" fmla="*/ 398673 h 467150"/>
                <a:gd name="csX3" fmla="*/ 0 w 1095030"/>
                <a:gd name="csY3" fmla="*/ 467150 h 467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95030" h="467150">
                  <a:moveTo>
                    <a:pt x="0" y="467150"/>
                  </a:moveTo>
                  <a:lnTo>
                    <a:pt x="211261" y="0"/>
                  </a:lnTo>
                  <a:lnTo>
                    <a:pt x="1095030" y="398673"/>
                  </a:lnTo>
                  <a:lnTo>
                    <a:pt x="0" y="467150"/>
                  </a:lnTo>
                  <a:close/>
                </a:path>
              </a:pathLst>
            </a:cu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5A91E42-713C-3297-71BC-81740B263042}"/>
                </a:ext>
              </a:extLst>
            </p:cNvPr>
            <p:cNvSpPr/>
            <p:nvPr/>
          </p:nvSpPr>
          <p:spPr>
            <a:xfrm>
              <a:off x="5722916" y="2256361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1301022-8FA0-2826-CFAE-76FB45CBE6D3}"/>
                </a:ext>
              </a:extLst>
            </p:cNvPr>
            <p:cNvSpPr/>
            <p:nvPr/>
          </p:nvSpPr>
          <p:spPr>
            <a:xfrm>
              <a:off x="6066064" y="2256361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597D123-CFC5-5546-81B5-B5B04F4D2B85}"/>
                </a:ext>
              </a:extLst>
            </p:cNvPr>
            <p:cNvSpPr/>
            <p:nvPr/>
          </p:nvSpPr>
          <p:spPr>
            <a:xfrm>
              <a:off x="5722915" y="2585804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6F368C9-F07C-71CB-D5E4-E6E88DA93227}"/>
                </a:ext>
              </a:extLst>
            </p:cNvPr>
            <p:cNvSpPr/>
            <p:nvPr/>
          </p:nvSpPr>
          <p:spPr>
            <a:xfrm>
              <a:off x="6066063" y="2581335"/>
              <a:ext cx="288802" cy="288802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899564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22331D-2632-FDD2-CEE8-8A9EA604F8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40CD593-0D72-3429-7718-E1D699E6C755}"/>
              </a:ext>
            </a:extLst>
          </p:cNvPr>
          <p:cNvSpPr/>
          <p:nvPr/>
        </p:nvSpPr>
        <p:spPr>
          <a:xfrm>
            <a:off x="3729828" y="772335"/>
            <a:ext cx="4409168" cy="44091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EBDA93-0121-66F1-E73E-5A6BA47259AE}"/>
              </a:ext>
            </a:extLst>
          </p:cNvPr>
          <p:cNvSpPr/>
          <p:nvPr/>
        </p:nvSpPr>
        <p:spPr>
          <a:xfrm rot="7817826">
            <a:off x="5447104" y="3985250"/>
            <a:ext cx="896498" cy="1060526"/>
          </a:xfrm>
          <a:custGeom>
            <a:avLst/>
            <a:gdLst>
              <a:gd name="connsiteX0" fmla="*/ 0 w 1149568"/>
              <a:gd name="connsiteY0" fmla="*/ 0 h 517525"/>
              <a:gd name="connsiteX1" fmla="*/ 1149568 w 1149568"/>
              <a:gd name="connsiteY1" fmla="*/ 0 h 517525"/>
              <a:gd name="connsiteX2" fmla="*/ 1149568 w 1149568"/>
              <a:gd name="connsiteY2" fmla="*/ 517525 h 517525"/>
              <a:gd name="connsiteX3" fmla="*/ 0 w 1149568"/>
              <a:gd name="connsiteY3" fmla="*/ 517525 h 517525"/>
              <a:gd name="connsiteX4" fmla="*/ 0 w 1149568"/>
              <a:gd name="connsiteY4" fmla="*/ 0 h 517525"/>
              <a:gd name="connsiteX0" fmla="*/ 0 w 1149568"/>
              <a:gd name="connsiteY0" fmla="*/ 0 h 739775"/>
              <a:gd name="connsiteX1" fmla="*/ 1149568 w 1149568"/>
              <a:gd name="connsiteY1" fmla="*/ 0 h 739775"/>
              <a:gd name="connsiteX2" fmla="*/ 581243 w 1149568"/>
              <a:gd name="connsiteY2" fmla="*/ 739775 h 739775"/>
              <a:gd name="connsiteX3" fmla="*/ 0 w 1149568"/>
              <a:gd name="connsiteY3" fmla="*/ 517525 h 739775"/>
              <a:gd name="connsiteX4" fmla="*/ 0 w 114956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0 w 940018"/>
              <a:gd name="connsiteY3" fmla="*/ 517525 h 739775"/>
              <a:gd name="connsiteX4" fmla="*/ 0 w 94001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9525 w 940018"/>
              <a:gd name="connsiteY3" fmla="*/ 406400 h 739775"/>
              <a:gd name="connsiteX4" fmla="*/ 0 w 940018"/>
              <a:gd name="connsiteY4" fmla="*/ 0 h 739775"/>
              <a:gd name="connsiteX0" fmla="*/ 0 w 930493"/>
              <a:gd name="connsiteY0" fmla="*/ 0 h 742950"/>
              <a:gd name="connsiteX1" fmla="*/ 930493 w 930493"/>
              <a:gd name="connsiteY1" fmla="*/ 533400 h 742950"/>
              <a:gd name="connsiteX2" fmla="*/ 571718 w 930493"/>
              <a:gd name="connsiteY2" fmla="*/ 742950 h 742950"/>
              <a:gd name="connsiteX3" fmla="*/ 0 w 930493"/>
              <a:gd name="connsiteY3" fmla="*/ 409575 h 742950"/>
              <a:gd name="connsiteX4" fmla="*/ 0 w 930493"/>
              <a:gd name="connsiteY4" fmla="*/ 0 h 742950"/>
              <a:gd name="connsiteX0" fmla="*/ 0 w 571718"/>
              <a:gd name="connsiteY0" fmla="*/ 0 h 742950"/>
              <a:gd name="connsiteX1" fmla="*/ 571718 w 571718"/>
              <a:gd name="connsiteY1" fmla="*/ 742950 h 742950"/>
              <a:gd name="connsiteX2" fmla="*/ 0 w 571718"/>
              <a:gd name="connsiteY2" fmla="*/ 409575 h 742950"/>
              <a:gd name="connsiteX3" fmla="*/ 0 w 571718"/>
              <a:gd name="connsiteY3" fmla="*/ 0 h 742950"/>
              <a:gd name="connsiteX0" fmla="*/ 2456 w 574174"/>
              <a:gd name="connsiteY0" fmla="*/ 0 h 742950"/>
              <a:gd name="connsiteX1" fmla="*/ 574174 w 574174"/>
              <a:gd name="connsiteY1" fmla="*/ 742950 h 742950"/>
              <a:gd name="connsiteX2" fmla="*/ 0 w 574174"/>
              <a:gd name="connsiteY2" fmla="*/ 362884 h 742950"/>
              <a:gd name="connsiteX3" fmla="*/ 2456 w 574174"/>
              <a:gd name="connsiteY3" fmla="*/ 0 h 742950"/>
              <a:gd name="connsiteX0" fmla="*/ 2456 w 525049"/>
              <a:gd name="connsiteY0" fmla="*/ 0 h 602878"/>
              <a:gd name="connsiteX1" fmla="*/ 525049 w 525049"/>
              <a:gd name="connsiteY1" fmla="*/ 602878 h 602878"/>
              <a:gd name="connsiteX2" fmla="*/ 0 w 525049"/>
              <a:gd name="connsiteY2" fmla="*/ 362884 h 602878"/>
              <a:gd name="connsiteX3" fmla="*/ 2456 w 525049"/>
              <a:gd name="connsiteY3" fmla="*/ 0 h 602878"/>
              <a:gd name="connsiteX0" fmla="*/ 3962 w 526555"/>
              <a:gd name="connsiteY0" fmla="*/ 0 h 602878"/>
              <a:gd name="connsiteX1" fmla="*/ 526555 w 526555"/>
              <a:gd name="connsiteY1" fmla="*/ 602878 h 602878"/>
              <a:gd name="connsiteX2" fmla="*/ 0 w 526555"/>
              <a:gd name="connsiteY2" fmla="*/ 355563 h 602878"/>
              <a:gd name="connsiteX3" fmla="*/ 3962 w 526555"/>
              <a:gd name="connsiteY3" fmla="*/ 0 h 60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555" h="602878">
                <a:moveTo>
                  <a:pt x="3962" y="0"/>
                </a:moveTo>
                <a:lnTo>
                  <a:pt x="526555" y="602878"/>
                </a:lnTo>
                <a:lnTo>
                  <a:pt x="0" y="355563"/>
                </a:lnTo>
                <a:cubicBezTo>
                  <a:pt x="819" y="234602"/>
                  <a:pt x="3143" y="120961"/>
                  <a:pt x="3962" y="0"/>
                </a:cubicBezTo>
                <a:close/>
              </a:path>
            </a:pathLst>
          </a:custGeom>
          <a:solidFill>
            <a:srgbClr val="041C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F157790-03F9-001A-09C4-F69868C6A88F}"/>
              </a:ext>
            </a:extLst>
          </p:cNvPr>
          <p:cNvSpPr/>
          <p:nvPr/>
        </p:nvSpPr>
        <p:spPr>
          <a:xfrm>
            <a:off x="5926591" y="1467090"/>
            <a:ext cx="1600379" cy="1385361"/>
          </a:xfrm>
          <a:custGeom>
            <a:avLst/>
            <a:gdLst>
              <a:gd name="connsiteX0" fmla="*/ 0 w 1149568"/>
              <a:gd name="connsiteY0" fmla="*/ 0 h 517525"/>
              <a:gd name="connsiteX1" fmla="*/ 1149568 w 1149568"/>
              <a:gd name="connsiteY1" fmla="*/ 0 h 517525"/>
              <a:gd name="connsiteX2" fmla="*/ 1149568 w 1149568"/>
              <a:gd name="connsiteY2" fmla="*/ 517525 h 517525"/>
              <a:gd name="connsiteX3" fmla="*/ 0 w 1149568"/>
              <a:gd name="connsiteY3" fmla="*/ 517525 h 517525"/>
              <a:gd name="connsiteX4" fmla="*/ 0 w 1149568"/>
              <a:gd name="connsiteY4" fmla="*/ 0 h 517525"/>
              <a:gd name="connsiteX0" fmla="*/ 0 w 1149568"/>
              <a:gd name="connsiteY0" fmla="*/ 0 h 739775"/>
              <a:gd name="connsiteX1" fmla="*/ 1149568 w 1149568"/>
              <a:gd name="connsiteY1" fmla="*/ 0 h 739775"/>
              <a:gd name="connsiteX2" fmla="*/ 581243 w 1149568"/>
              <a:gd name="connsiteY2" fmla="*/ 739775 h 739775"/>
              <a:gd name="connsiteX3" fmla="*/ 0 w 1149568"/>
              <a:gd name="connsiteY3" fmla="*/ 517525 h 739775"/>
              <a:gd name="connsiteX4" fmla="*/ 0 w 114956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0 w 940018"/>
              <a:gd name="connsiteY3" fmla="*/ 517525 h 739775"/>
              <a:gd name="connsiteX4" fmla="*/ 0 w 94001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9525 w 940018"/>
              <a:gd name="connsiteY3" fmla="*/ 406400 h 739775"/>
              <a:gd name="connsiteX4" fmla="*/ 0 w 940018"/>
              <a:gd name="connsiteY4" fmla="*/ 0 h 739775"/>
              <a:gd name="connsiteX0" fmla="*/ 0 w 930493"/>
              <a:gd name="connsiteY0" fmla="*/ 0 h 742950"/>
              <a:gd name="connsiteX1" fmla="*/ 930493 w 930493"/>
              <a:gd name="connsiteY1" fmla="*/ 533400 h 742950"/>
              <a:gd name="connsiteX2" fmla="*/ 571718 w 930493"/>
              <a:gd name="connsiteY2" fmla="*/ 742950 h 742950"/>
              <a:gd name="connsiteX3" fmla="*/ 0 w 930493"/>
              <a:gd name="connsiteY3" fmla="*/ 409575 h 742950"/>
              <a:gd name="connsiteX4" fmla="*/ 0 w 930493"/>
              <a:gd name="connsiteY4" fmla="*/ 0 h 742950"/>
              <a:gd name="connsiteX0" fmla="*/ 0 w 571718"/>
              <a:gd name="connsiteY0" fmla="*/ 0 h 742950"/>
              <a:gd name="connsiteX1" fmla="*/ 571718 w 571718"/>
              <a:gd name="connsiteY1" fmla="*/ 742950 h 742950"/>
              <a:gd name="connsiteX2" fmla="*/ 0 w 571718"/>
              <a:gd name="connsiteY2" fmla="*/ 409575 h 742950"/>
              <a:gd name="connsiteX3" fmla="*/ 0 w 571718"/>
              <a:gd name="connsiteY3" fmla="*/ 0 h 742950"/>
              <a:gd name="connsiteX0" fmla="*/ 0 w 571718"/>
              <a:gd name="connsiteY0" fmla="*/ 0 h 742950"/>
              <a:gd name="connsiteX1" fmla="*/ 571718 w 571718"/>
              <a:gd name="connsiteY1" fmla="*/ 742950 h 742950"/>
              <a:gd name="connsiteX2" fmla="*/ 3011 w 571718"/>
              <a:gd name="connsiteY2" fmla="*/ 414094 h 742950"/>
              <a:gd name="connsiteX3" fmla="*/ 0 w 571718"/>
              <a:gd name="connsiteY3" fmla="*/ 0 h 742950"/>
              <a:gd name="connsiteX0" fmla="*/ 0 w 571718"/>
              <a:gd name="connsiteY0" fmla="*/ 0 h 742950"/>
              <a:gd name="connsiteX1" fmla="*/ 571718 w 571718"/>
              <a:gd name="connsiteY1" fmla="*/ 742950 h 742950"/>
              <a:gd name="connsiteX2" fmla="*/ 4517 w 571718"/>
              <a:gd name="connsiteY2" fmla="*/ 414094 h 742950"/>
              <a:gd name="connsiteX3" fmla="*/ 0 w 571718"/>
              <a:gd name="connsiteY3" fmla="*/ 0 h 742950"/>
              <a:gd name="csX0" fmla="*/ 0 w 571718"/>
              <a:gd name="csY0" fmla="*/ 0 h 742950"/>
              <a:gd name="csX1" fmla="*/ 571718 w 571718"/>
              <a:gd name="csY1" fmla="*/ 742950 h 742950"/>
              <a:gd name="csX2" fmla="*/ 11813 w 571718"/>
              <a:gd name="csY2" fmla="*/ 340351 h 742950"/>
              <a:gd name="csX3" fmla="*/ 0 w 571718"/>
              <a:gd name="csY3" fmla="*/ 0 h 742950"/>
              <a:gd name="csX0" fmla="*/ 0 w 571718"/>
              <a:gd name="csY0" fmla="*/ 0 h 742950"/>
              <a:gd name="csX1" fmla="*/ 571718 w 571718"/>
              <a:gd name="csY1" fmla="*/ 742950 h 742950"/>
              <a:gd name="csX2" fmla="*/ 4517 w 571718"/>
              <a:gd name="csY2" fmla="*/ 331748 h 742950"/>
              <a:gd name="csX3" fmla="*/ 0 w 571718"/>
              <a:gd name="csY3" fmla="*/ 0 h 742950"/>
              <a:gd name="csX0" fmla="*/ 0 w 571718"/>
              <a:gd name="csY0" fmla="*/ 0 h 742950"/>
              <a:gd name="csX1" fmla="*/ 571718 w 571718"/>
              <a:gd name="csY1" fmla="*/ 742950 h 742950"/>
              <a:gd name="csX2" fmla="*/ 3605 w 571718"/>
              <a:gd name="csY2" fmla="*/ 335435 h 742950"/>
              <a:gd name="csX3" fmla="*/ 0 w 571718"/>
              <a:gd name="csY3" fmla="*/ 0 h 742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1718" h="742950">
                <a:moveTo>
                  <a:pt x="0" y="0"/>
                </a:moveTo>
                <a:lnTo>
                  <a:pt x="571718" y="742950"/>
                </a:lnTo>
                <a:cubicBezTo>
                  <a:pt x="382651" y="633331"/>
                  <a:pt x="192672" y="445054"/>
                  <a:pt x="3605" y="335435"/>
                </a:cubicBezTo>
                <a:cubicBezTo>
                  <a:pt x="2601" y="197404"/>
                  <a:pt x="1004" y="138031"/>
                  <a:pt x="0" y="0"/>
                </a:cubicBezTo>
                <a:close/>
              </a:path>
            </a:pathLst>
          </a:custGeom>
          <a:solidFill>
            <a:srgbClr val="3A7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859FCDC-B85B-307C-28B2-396624320CC9}"/>
              </a:ext>
            </a:extLst>
          </p:cNvPr>
          <p:cNvSpPr/>
          <p:nvPr/>
        </p:nvSpPr>
        <p:spPr>
          <a:xfrm>
            <a:off x="5926591" y="1469238"/>
            <a:ext cx="1600379" cy="1385361"/>
          </a:xfrm>
          <a:custGeom>
            <a:avLst/>
            <a:gdLst>
              <a:gd name="connsiteX0" fmla="*/ 0 w 1149568"/>
              <a:gd name="connsiteY0" fmla="*/ 0 h 517525"/>
              <a:gd name="connsiteX1" fmla="*/ 1149568 w 1149568"/>
              <a:gd name="connsiteY1" fmla="*/ 0 h 517525"/>
              <a:gd name="connsiteX2" fmla="*/ 1149568 w 1149568"/>
              <a:gd name="connsiteY2" fmla="*/ 517525 h 517525"/>
              <a:gd name="connsiteX3" fmla="*/ 0 w 1149568"/>
              <a:gd name="connsiteY3" fmla="*/ 517525 h 517525"/>
              <a:gd name="connsiteX4" fmla="*/ 0 w 1149568"/>
              <a:gd name="connsiteY4" fmla="*/ 0 h 517525"/>
              <a:gd name="connsiteX0" fmla="*/ 0 w 1149568"/>
              <a:gd name="connsiteY0" fmla="*/ 0 h 739775"/>
              <a:gd name="connsiteX1" fmla="*/ 1149568 w 1149568"/>
              <a:gd name="connsiteY1" fmla="*/ 0 h 739775"/>
              <a:gd name="connsiteX2" fmla="*/ 581243 w 1149568"/>
              <a:gd name="connsiteY2" fmla="*/ 739775 h 739775"/>
              <a:gd name="connsiteX3" fmla="*/ 0 w 1149568"/>
              <a:gd name="connsiteY3" fmla="*/ 517525 h 739775"/>
              <a:gd name="connsiteX4" fmla="*/ 0 w 114956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0 w 940018"/>
              <a:gd name="connsiteY3" fmla="*/ 517525 h 739775"/>
              <a:gd name="connsiteX4" fmla="*/ 0 w 94001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9525 w 940018"/>
              <a:gd name="connsiteY3" fmla="*/ 406400 h 739775"/>
              <a:gd name="connsiteX4" fmla="*/ 0 w 940018"/>
              <a:gd name="connsiteY4" fmla="*/ 0 h 739775"/>
              <a:gd name="connsiteX0" fmla="*/ 0 w 930493"/>
              <a:gd name="connsiteY0" fmla="*/ 0 h 742950"/>
              <a:gd name="connsiteX1" fmla="*/ 930493 w 930493"/>
              <a:gd name="connsiteY1" fmla="*/ 533400 h 742950"/>
              <a:gd name="connsiteX2" fmla="*/ 571718 w 930493"/>
              <a:gd name="connsiteY2" fmla="*/ 742950 h 742950"/>
              <a:gd name="connsiteX3" fmla="*/ 0 w 930493"/>
              <a:gd name="connsiteY3" fmla="*/ 409575 h 742950"/>
              <a:gd name="connsiteX4" fmla="*/ 0 w 930493"/>
              <a:gd name="connsiteY4" fmla="*/ 0 h 742950"/>
              <a:gd name="connsiteX0" fmla="*/ 0 w 571718"/>
              <a:gd name="connsiteY0" fmla="*/ 0 h 742950"/>
              <a:gd name="connsiteX1" fmla="*/ 571718 w 571718"/>
              <a:gd name="connsiteY1" fmla="*/ 742950 h 742950"/>
              <a:gd name="connsiteX2" fmla="*/ 0 w 571718"/>
              <a:gd name="connsiteY2" fmla="*/ 409575 h 742950"/>
              <a:gd name="connsiteX3" fmla="*/ 0 w 571718"/>
              <a:gd name="connsiteY3" fmla="*/ 0 h 742950"/>
              <a:gd name="connsiteX0" fmla="*/ 0 w 910684"/>
              <a:gd name="connsiteY0" fmla="*/ 0 h 720834"/>
              <a:gd name="connsiteX1" fmla="*/ 910684 w 910684"/>
              <a:gd name="connsiteY1" fmla="*/ 720834 h 720834"/>
              <a:gd name="connsiteX2" fmla="*/ 338966 w 910684"/>
              <a:gd name="connsiteY2" fmla="*/ 387459 h 720834"/>
              <a:gd name="connsiteX3" fmla="*/ 0 w 910684"/>
              <a:gd name="connsiteY3" fmla="*/ 0 h 720834"/>
              <a:gd name="connsiteX0" fmla="*/ 0 w 957353"/>
              <a:gd name="connsiteY0" fmla="*/ 0 h 563561"/>
              <a:gd name="connsiteX1" fmla="*/ 957353 w 957353"/>
              <a:gd name="connsiteY1" fmla="*/ 563561 h 563561"/>
              <a:gd name="connsiteX2" fmla="*/ 338966 w 957353"/>
              <a:gd name="connsiteY2" fmla="*/ 387459 h 563561"/>
              <a:gd name="connsiteX3" fmla="*/ 0 w 957353"/>
              <a:gd name="connsiteY3" fmla="*/ 0 h 563561"/>
              <a:gd name="connsiteX0" fmla="*/ 0 w 957353"/>
              <a:gd name="connsiteY0" fmla="*/ 0 h 773268"/>
              <a:gd name="connsiteX1" fmla="*/ 957353 w 957353"/>
              <a:gd name="connsiteY1" fmla="*/ 563561 h 773268"/>
              <a:gd name="connsiteX2" fmla="*/ 599330 w 957353"/>
              <a:gd name="connsiteY2" fmla="*/ 773268 h 773268"/>
              <a:gd name="connsiteX3" fmla="*/ 0 w 957353"/>
              <a:gd name="connsiteY3" fmla="*/ 0 h 773268"/>
              <a:gd name="connsiteX0" fmla="*/ 0 w 935247"/>
              <a:gd name="connsiteY0" fmla="*/ 0 h 751152"/>
              <a:gd name="connsiteX1" fmla="*/ 935247 w 935247"/>
              <a:gd name="connsiteY1" fmla="*/ 541445 h 751152"/>
              <a:gd name="connsiteX2" fmla="*/ 577224 w 935247"/>
              <a:gd name="connsiteY2" fmla="*/ 751152 h 751152"/>
              <a:gd name="connsiteX3" fmla="*/ 0 w 935247"/>
              <a:gd name="connsiteY3" fmla="*/ 0 h 751152"/>
              <a:gd name="connsiteX0" fmla="*/ 0 w 945072"/>
              <a:gd name="connsiteY0" fmla="*/ 0 h 765897"/>
              <a:gd name="connsiteX1" fmla="*/ 945072 w 945072"/>
              <a:gd name="connsiteY1" fmla="*/ 556190 h 765897"/>
              <a:gd name="connsiteX2" fmla="*/ 587049 w 945072"/>
              <a:gd name="connsiteY2" fmla="*/ 765897 h 765897"/>
              <a:gd name="connsiteX3" fmla="*/ 0 w 945072"/>
              <a:gd name="connsiteY3" fmla="*/ 0 h 765897"/>
              <a:gd name="connsiteX0" fmla="*/ 0 w 935247"/>
              <a:gd name="connsiteY0" fmla="*/ 0 h 749514"/>
              <a:gd name="connsiteX1" fmla="*/ 935247 w 935247"/>
              <a:gd name="connsiteY1" fmla="*/ 539807 h 749514"/>
              <a:gd name="connsiteX2" fmla="*/ 577224 w 935247"/>
              <a:gd name="connsiteY2" fmla="*/ 749514 h 749514"/>
              <a:gd name="connsiteX3" fmla="*/ 0 w 935247"/>
              <a:gd name="connsiteY3" fmla="*/ 0 h 749514"/>
              <a:gd name="connsiteX0" fmla="*/ 0 w 935247"/>
              <a:gd name="connsiteY0" fmla="*/ 0 h 741981"/>
              <a:gd name="connsiteX1" fmla="*/ 935247 w 935247"/>
              <a:gd name="connsiteY1" fmla="*/ 539807 h 741981"/>
              <a:gd name="connsiteX2" fmla="*/ 577224 w 935247"/>
              <a:gd name="connsiteY2" fmla="*/ 741981 h 741981"/>
              <a:gd name="connsiteX3" fmla="*/ 0 w 935247"/>
              <a:gd name="connsiteY3" fmla="*/ 0 h 741981"/>
              <a:gd name="connsiteX0" fmla="*/ 0 w 959578"/>
              <a:gd name="connsiteY0" fmla="*/ 0 h 741981"/>
              <a:gd name="connsiteX1" fmla="*/ 959578 w 959578"/>
              <a:gd name="connsiteY1" fmla="*/ 551860 h 741981"/>
              <a:gd name="connsiteX2" fmla="*/ 577224 w 959578"/>
              <a:gd name="connsiteY2" fmla="*/ 741981 h 741981"/>
              <a:gd name="connsiteX3" fmla="*/ 0 w 959578"/>
              <a:gd name="connsiteY3" fmla="*/ 0 h 741981"/>
              <a:gd name="csX0" fmla="*/ 0 w 960443"/>
              <a:gd name="csY0" fmla="*/ 0 h 910717"/>
              <a:gd name="csX1" fmla="*/ 959578 w 960443"/>
              <a:gd name="csY1" fmla="*/ 551860 h 910717"/>
              <a:gd name="csX2" fmla="*/ 960443 w 960443"/>
              <a:gd name="csY2" fmla="*/ 910717 h 910717"/>
              <a:gd name="csX3" fmla="*/ 0 w 960443"/>
              <a:gd name="csY3" fmla="*/ 0 h 910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60443" h="910717">
                <a:moveTo>
                  <a:pt x="0" y="0"/>
                </a:moveTo>
                <a:lnTo>
                  <a:pt x="959578" y="551860"/>
                </a:lnTo>
                <a:cubicBezTo>
                  <a:pt x="959866" y="671479"/>
                  <a:pt x="960155" y="791098"/>
                  <a:pt x="960443" y="910717"/>
                </a:cubicBezTo>
                <a:lnTo>
                  <a:pt x="0" y="0"/>
                </a:lnTo>
                <a:close/>
              </a:path>
            </a:pathLst>
          </a:custGeom>
          <a:solidFill>
            <a:srgbClr val="449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6841BE9E-D4B4-A93D-79F8-857410A527D5}"/>
              </a:ext>
            </a:extLst>
          </p:cNvPr>
          <p:cNvSpPr/>
          <p:nvPr/>
        </p:nvSpPr>
        <p:spPr>
          <a:xfrm rot="19963012">
            <a:off x="4199843" y="1889805"/>
            <a:ext cx="2002875" cy="665059"/>
          </a:xfrm>
          <a:custGeom>
            <a:avLst/>
            <a:gdLst>
              <a:gd name="connsiteX0" fmla="*/ 0 w 1064419"/>
              <a:gd name="connsiteY0" fmla="*/ 0 h 278777"/>
              <a:gd name="connsiteX1" fmla="*/ 1064419 w 1064419"/>
              <a:gd name="connsiteY1" fmla="*/ 0 h 278777"/>
              <a:gd name="connsiteX2" fmla="*/ 1064419 w 1064419"/>
              <a:gd name="connsiteY2" fmla="*/ 278777 h 278777"/>
              <a:gd name="connsiteX3" fmla="*/ 0 w 1064419"/>
              <a:gd name="connsiteY3" fmla="*/ 278777 h 278777"/>
              <a:gd name="connsiteX4" fmla="*/ 0 w 1064419"/>
              <a:gd name="connsiteY4" fmla="*/ 0 h 278777"/>
              <a:gd name="connsiteX0" fmla="*/ 0 w 1154730"/>
              <a:gd name="connsiteY0" fmla="*/ 0 h 278777"/>
              <a:gd name="connsiteX1" fmla="*/ 1154730 w 1154730"/>
              <a:gd name="connsiteY1" fmla="*/ 17107 h 278777"/>
              <a:gd name="connsiteX2" fmla="*/ 1064419 w 1154730"/>
              <a:gd name="connsiteY2" fmla="*/ 278777 h 278777"/>
              <a:gd name="connsiteX3" fmla="*/ 0 w 1154730"/>
              <a:gd name="connsiteY3" fmla="*/ 278777 h 278777"/>
              <a:gd name="connsiteX4" fmla="*/ 0 w 1154730"/>
              <a:gd name="connsiteY4" fmla="*/ 0 h 278777"/>
              <a:gd name="connsiteX0" fmla="*/ 0 w 1154730"/>
              <a:gd name="connsiteY0" fmla="*/ 0 h 391501"/>
              <a:gd name="connsiteX1" fmla="*/ 1154730 w 1154730"/>
              <a:gd name="connsiteY1" fmla="*/ 17107 h 391501"/>
              <a:gd name="connsiteX2" fmla="*/ 966091 w 1154730"/>
              <a:gd name="connsiteY2" fmla="*/ 391501 h 391501"/>
              <a:gd name="connsiteX3" fmla="*/ 0 w 1154730"/>
              <a:gd name="connsiteY3" fmla="*/ 278777 h 391501"/>
              <a:gd name="connsiteX4" fmla="*/ 0 w 1154730"/>
              <a:gd name="connsiteY4" fmla="*/ 0 h 391501"/>
              <a:gd name="connsiteX0" fmla="*/ 0 w 1154730"/>
              <a:gd name="connsiteY0" fmla="*/ 0 h 433909"/>
              <a:gd name="connsiteX1" fmla="*/ 1154730 w 1154730"/>
              <a:gd name="connsiteY1" fmla="*/ 17107 h 433909"/>
              <a:gd name="connsiteX2" fmla="*/ 966091 w 1154730"/>
              <a:gd name="connsiteY2" fmla="*/ 391501 h 433909"/>
              <a:gd name="connsiteX3" fmla="*/ 311168 w 1154730"/>
              <a:gd name="connsiteY3" fmla="*/ 433909 h 433909"/>
              <a:gd name="connsiteX4" fmla="*/ 0 w 1154730"/>
              <a:gd name="connsiteY4" fmla="*/ 0 h 433909"/>
              <a:gd name="connsiteX0" fmla="*/ 0 w 1061120"/>
              <a:gd name="connsiteY0" fmla="*/ 76723 h 416802"/>
              <a:gd name="connsiteX1" fmla="*/ 1061120 w 1061120"/>
              <a:gd name="connsiteY1" fmla="*/ 0 h 416802"/>
              <a:gd name="connsiteX2" fmla="*/ 872481 w 1061120"/>
              <a:gd name="connsiteY2" fmla="*/ 374394 h 416802"/>
              <a:gd name="connsiteX3" fmla="*/ 217558 w 1061120"/>
              <a:gd name="connsiteY3" fmla="*/ 416802 h 416802"/>
              <a:gd name="connsiteX4" fmla="*/ 0 w 1061120"/>
              <a:gd name="connsiteY4" fmla="*/ 76723 h 416802"/>
              <a:gd name="connsiteX0" fmla="*/ 0 w 1049113"/>
              <a:gd name="connsiteY0" fmla="*/ 53443 h 393522"/>
              <a:gd name="connsiteX1" fmla="*/ 1049113 w 1049113"/>
              <a:gd name="connsiteY1" fmla="*/ 0 h 393522"/>
              <a:gd name="connsiteX2" fmla="*/ 872481 w 1049113"/>
              <a:gd name="connsiteY2" fmla="*/ 351114 h 393522"/>
              <a:gd name="connsiteX3" fmla="*/ 217558 w 1049113"/>
              <a:gd name="connsiteY3" fmla="*/ 393522 h 393522"/>
              <a:gd name="connsiteX4" fmla="*/ 0 w 1049113"/>
              <a:gd name="connsiteY4" fmla="*/ 53443 h 3935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2481 w 1058803"/>
              <a:gd name="connsiteY2" fmla="*/ 359514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9678 w 1058803"/>
              <a:gd name="connsiteY2" fmla="*/ 358299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sX0" fmla="*/ 184944 w 1243747"/>
              <a:gd name="csY0" fmla="*/ 61843 h 433505"/>
              <a:gd name="csX1" fmla="*/ 1243747 w 1243747"/>
              <a:gd name="csY1" fmla="*/ 0 h 433505"/>
              <a:gd name="csX2" fmla="*/ 1064622 w 1243747"/>
              <a:gd name="csY2" fmla="*/ 358299 h 433505"/>
              <a:gd name="csX3" fmla="*/ 0 w 1243747"/>
              <a:gd name="csY3" fmla="*/ 433505 h 433505"/>
              <a:gd name="csX4" fmla="*/ 184944 w 1243747"/>
              <a:gd name="csY4" fmla="*/ 61843 h 4335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3747" h="433505">
                <a:moveTo>
                  <a:pt x="184944" y="61843"/>
                </a:moveTo>
                <a:lnTo>
                  <a:pt x="1243747" y="0"/>
                </a:lnTo>
                <a:lnTo>
                  <a:pt x="1064622" y="358299"/>
                </a:lnTo>
                <a:lnTo>
                  <a:pt x="0" y="433505"/>
                </a:lnTo>
                <a:lnTo>
                  <a:pt x="184944" y="61843"/>
                </a:lnTo>
                <a:close/>
              </a:path>
            </a:pathLst>
          </a:custGeom>
          <a:solidFill>
            <a:srgbClr val="1E54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C5BBBF72-4074-E971-7230-6841A6823B68}"/>
              </a:ext>
            </a:extLst>
          </p:cNvPr>
          <p:cNvSpPr/>
          <p:nvPr/>
        </p:nvSpPr>
        <p:spPr>
          <a:xfrm rot="1636988" flipH="1">
            <a:off x="4898145" y="1506902"/>
            <a:ext cx="454230" cy="575924"/>
          </a:xfrm>
          <a:custGeom>
            <a:avLst/>
            <a:gdLst>
              <a:gd name="connsiteX0" fmla="*/ 0 w 1064419"/>
              <a:gd name="connsiteY0" fmla="*/ 0 h 278777"/>
              <a:gd name="connsiteX1" fmla="*/ 1064419 w 1064419"/>
              <a:gd name="connsiteY1" fmla="*/ 0 h 278777"/>
              <a:gd name="connsiteX2" fmla="*/ 1064419 w 1064419"/>
              <a:gd name="connsiteY2" fmla="*/ 278777 h 278777"/>
              <a:gd name="connsiteX3" fmla="*/ 0 w 1064419"/>
              <a:gd name="connsiteY3" fmla="*/ 278777 h 278777"/>
              <a:gd name="connsiteX4" fmla="*/ 0 w 1064419"/>
              <a:gd name="connsiteY4" fmla="*/ 0 h 278777"/>
              <a:gd name="connsiteX0" fmla="*/ 0 w 1154730"/>
              <a:gd name="connsiteY0" fmla="*/ 0 h 278777"/>
              <a:gd name="connsiteX1" fmla="*/ 1154730 w 1154730"/>
              <a:gd name="connsiteY1" fmla="*/ 17107 h 278777"/>
              <a:gd name="connsiteX2" fmla="*/ 1064419 w 1154730"/>
              <a:gd name="connsiteY2" fmla="*/ 278777 h 278777"/>
              <a:gd name="connsiteX3" fmla="*/ 0 w 1154730"/>
              <a:gd name="connsiteY3" fmla="*/ 278777 h 278777"/>
              <a:gd name="connsiteX4" fmla="*/ 0 w 1154730"/>
              <a:gd name="connsiteY4" fmla="*/ 0 h 278777"/>
              <a:gd name="connsiteX0" fmla="*/ 0 w 1154730"/>
              <a:gd name="connsiteY0" fmla="*/ 0 h 391501"/>
              <a:gd name="connsiteX1" fmla="*/ 1154730 w 1154730"/>
              <a:gd name="connsiteY1" fmla="*/ 17107 h 391501"/>
              <a:gd name="connsiteX2" fmla="*/ 966091 w 1154730"/>
              <a:gd name="connsiteY2" fmla="*/ 391501 h 391501"/>
              <a:gd name="connsiteX3" fmla="*/ 0 w 1154730"/>
              <a:gd name="connsiteY3" fmla="*/ 278777 h 391501"/>
              <a:gd name="connsiteX4" fmla="*/ 0 w 1154730"/>
              <a:gd name="connsiteY4" fmla="*/ 0 h 391501"/>
              <a:gd name="connsiteX0" fmla="*/ 0 w 1154730"/>
              <a:gd name="connsiteY0" fmla="*/ 0 h 433909"/>
              <a:gd name="connsiteX1" fmla="*/ 1154730 w 1154730"/>
              <a:gd name="connsiteY1" fmla="*/ 17107 h 433909"/>
              <a:gd name="connsiteX2" fmla="*/ 966091 w 1154730"/>
              <a:gd name="connsiteY2" fmla="*/ 391501 h 433909"/>
              <a:gd name="connsiteX3" fmla="*/ 311168 w 1154730"/>
              <a:gd name="connsiteY3" fmla="*/ 433909 h 433909"/>
              <a:gd name="connsiteX4" fmla="*/ 0 w 1154730"/>
              <a:gd name="connsiteY4" fmla="*/ 0 h 433909"/>
              <a:gd name="connsiteX0" fmla="*/ 0 w 1061120"/>
              <a:gd name="connsiteY0" fmla="*/ 76723 h 416802"/>
              <a:gd name="connsiteX1" fmla="*/ 1061120 w 1061120"/>
              <a:gd name="connsiteY1" fmla="*/ 0 h 416802"/>
              <a:gd name="connsiteX2" fmla="*/ 872481 w 1061120"/>
              <a:gd name="connsiteY2" fmla="*/ 374394 h 416802"/>
              <a:gd name="connsiteX3" fmla="*/ 217558 w 1061120"/>
              <a:gd name="connsiteY3" fmla="*/ 416802 h 416802"/>
              <a:gd name="connsiteX4" fmla="*/ 0 w 1061120"/>
              <a:gd name="connsiteY4" fmla="*/ 76723 h 416802"/>
              <a:gd name="connsiteX0" fmla="*/ 0 w 1049113"/>
              <a:gd name="connsiteY0" fmla="*/ 53443 h 393522"/>
              <a:gd name="connsiteX1" fmla="*/ 1049113 w 1049113"/>
              <a:gd name="connsiteY1" fmla="*/ 0 h 393522"/>
              <a:gd name="connsiteX2" fmla="*/ 872481 w 1049113"/>
              <a:gd name="connsiteY2" fmla="*/ 351114 h 393522"/>
              <a:gd name="connsiteX3" fmla="*/ 217558 w 1049113"/>
              <a:gd name="connsiteY3" fmla="*/ 393522 h 393522"/>
              <a:gd name="connsiteX4" fmla="*/ 0 w 1049113"/>
              <a:gd name="connsiteY4" fmla="*/ 53443 h 3935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2481 w 1058803"/>
              <a:gd name="connsiteY2" fmla="*/ 359514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onnsiteX0" fmla="*/ 0 w 872481"/>
              <a:gd name="connsiteY0" fmla="*/ 250001 h 590080"/>
              <a:gd name="connsiteX1" fmla="*/ 548536 w 872481"/>
              <a:gd name="connsiteY1" fmla="*/ 0 h 590080"/>
              <a:gd name="connsiteX2" fmla="*/ 872481 w 872481"/>
              <a:gd name="connsiteY2" fmla="*/ 547672 h 590080"/>
              <a:gd name="connsiteX3" fmla="*/ 217558 w 872481"/>
              <a:gd name="connsiteY3" fmla="*/ 590080 h 590080"/>
              <a:gd name="connsiteX4" fmla="*/ 0 w 872481"/>
              <a:gd name="connsiteY4" fmla="*/ 250001 h 590080"/>
              <a:gd name="connsiteX0" fmla="*/ 157975 w 654923"/>
              <a:gd name="connsiteY0" fmla="*/ 311508 h 590080"/>
              <a:gd name="connsiteX1" fmla="*/ 330978 w 654923"/>
              <a:gd name="connsiteY1" fmla="*/ 0 h 590080"/>
              <a:gd name="connsiteX2" fmla="*/ 654923 w 654923"/>
              <a:gd name="connsiteY2" fmla="*/ 547672 h 590080"/>
              <a:gd name="connsiteX3" fmla="*/ 0 w 654923"/>
              <a:gd name="connsiteY3" fmla="*/ 590080 h 590080"/>
              <a:gd name="connsiteX4" fmla="*/ 157975 w 654923"/>
              <a:gd name="connsiteY4" fmla="*/ 311508 h 590080"/>
              <a:gd name="connsiteX0" fmla="*/ 0 w 496948"/>
              <a:gd name="connsiteY0" fmla="*/ 311508 h 665875"/>
              <a:gd name="connsiteX1" fmla="*/ 173003 w 496948"/>
              <a:gd name="connsiteY1" fmla="*/ 0 h 665875"/>
              <a:gd name="connsiteX2" fmla="*/ 496948 w 496948"/>
              <a:gd name="connsiteY2" fmla="*/ 547672 h 665875"/>
              <a:gd name="connsiteX3" fmla="*/ 224478 w 496948"/>
              <a:gd name="connsiteY3" fmla="*/ 665875 h 665875"/>
              <a:gd name="connsiteX4" fmla="*/ 0 w 496948"/>
              <a:gd name="connsiteY4" fmla="*/ 311508 h 665875"/>
              <a:gd name="connsiteX0" fmla="*/ 0 w 398688"/>
              <a:gd name="connsiteY0" fmla="*/ 311508 h 665875"/>
              <a:gd name="connsiteX1" fmla="*/ 173003 w 398688"/>
              <a:gd name="connsiteY1" fmla="*/ 0 h 665875"/>
              <a:gd name="connsiteX2" fmla="*/ 398688 w 398688"/>
              <a:gd name="connsiteY2" fmla="*/ 343378 h 665875"/>
              <a:gd name="connsiteX3" fmla="*/ 224478 w 398688"/>
              <a:gd name="connsiteY3" fmla="*/ 665875 h 665875"/>
              <a:gd name="connsiteX4" fmla="*/ 0 w 398688"/>
              <a:gd name="connsiteY4" fmla="*/ 311508 h 665875"/>
              <a:gd name="connsiteX0" fmla="*/ 0 w 398688"/>
              <a:gd name="connsiteY0" fmla="*/ 331134 h 685501"/>
              <a:gd name="connsiteX1" fmla="*/ 169984 w 398688"/>
              <a:gd name="connsiteY1" fmla="*/ 0 h 685501"/>
              <a:gd name="connsiteX2" fmla="*/ 398688 w 398688"/>
              <a:gd name="connsiteY2" fmla="*/ 363004 h 685501"/>
              <a:gd name="connsiteX3" fmla="*/ 224478 w 398688"/>
              <a:gd name="connsiteY3" fmla="*/ 685501 h 685501"/>
              <a:gd name="connsiteX4" fmla="*/ 0 w 398688"/>
              <a:gd name="connsiteY4" fmla="*/ 331134 h 685501"/>
              <a:gd name="connsiteX0" fmla="*/ 0 w 391026"/>
              <a:gd name="connsiteY0" fmla="*/ 331134 h 685501"/>
              <a:gd name="connsiteX1" fmla="*/ 169984 w 391026"/>
              <a:gd name="connsiteY1" fmla="*/ 0 h 685501"/>
              <a:gd name="connsiteX2" fmla="*/ 391026 w 391026"/>
              <a:gd name="connsiteY2" fmla="*/ 349197 h 685501"/>
              <a:gd name="connsiteX3" fmla="*/ 224478 w 391026"/>
              <a:gd name="connsiteY3" fmla="*/ 685501 h 685501"/>
              <a:gd name="connsiteX4" fmla="*/ 0 w 391026"/>
              <a:gd name="connsiteY4" fmla="*/ 331134 h 685501"/>
              <a:gd name="connsiteX0" fmla="*/ 0 w 391026"/>
              <a:gd name="connsiteY0" fmla="*/ 331134 h 674370"/>
              <a:gd name="connsiteX1" fmla="*/ 169984 w 391026"/>
              <a:gd name="connsiteY1" fmla="*/ 0 h 674370"/>
              <a:gd name="connsiteX2" fmla="*/ 391026 w 391026"/>
              <a:gd name="connsiteY2" fmla="*/ 349197 h 674370"/>
              <a:gd name="connsiteX3" fmla="*/ 222006 w 391026"/>
              <a:gd name="connsiteY3" fmla="*/ 674370 h 674370"/>
              <a:gd name="connsiteX4" fmla="*/ 0 w 391026"/>
              <a:gd name="connsiteY4" fmla="*/ 331134 h 674370"/>
              <a:gd name="csX0" fmla="*/ 0 w 405311"/>
              <a:gd name="csY0" fmla="*/ 331134 h 674370"/>
              <a:gd name="csX1" fmla="*/ 169984 w 405311"/>
              <a:gd name="csY1" fmla="*/ 0 h 674370"/>
              <a:gd name="csX2" fmla="*/ 405311 w 405311"/>
              <a:gd name="csY2" fmla="*/ 321054 h 674370"/>
              <a:gd name="csX3" fmla="*/ 222006 w 405311"/>
              <a:gd name="csY3" fmla="*/ 674370 h 674370"/>
              <a:gd name="csX4" fmla="*/ 0 w 405311"/>
              <a:gd name="csY4" fmla="*/ 331134 h 674370"/>
              <a:gd name="csX0" fmla="*/ 0 w 405311"/>
              <a:gd name="csY0" fmla="*/ 178945 h 522181"/>
              <a:gd name="csX1" fmla="*/ 89547 w 405311"/>
              <a:gd name="csY1" fmla="*/ 0 h 522181"/>
              <a:gd name="csX2" fmla="*/ 405311 w 405311"/>
              <a:gd name="csY2" fmla="*/ 168865 h 522181"/>
              <a:gd name="csX3" fmla="*/ 222006 w 405311"/>
              <a:gd name="csY3" fmla="*/ 522181 h 522181"/>
              <a:gd name="csX4" fmla="*/ 0 w 405311"/>
              <a:gd name="csY4" fmla="*/ 178945 h 5221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5311" h="522181">
                <a:moveTo>
                  <a:pt x="0" y="178945"/>
                </a:moveTo>
                <a:lnTo>
                  <a:pt x="89547" y="0"/>
                </a:lnTo>
                <a:lnTo>
                  <a:pt x="405311" y="168865"/>
                </a:lnTo>
                <a:lnTo>
                  <a:pt x="222006" y="522181"/>
                </a:lnTo>
                <a:lnTo>
                  <a:pt x="0" y="178945"/>
                </a:lnTo>
                <a:close/>
              </a:path>
            </a:pathLst>
          </a:custGeom>
          <a:solidFill>
            <a:srgbClr val="1E54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61E90646-AB1F-ECA5-6985-881F8096E237}"/>
              </a:ext>
            </a:extLst>
          </p:cNvPr>
          <p:cNvSpPr/>
          <p:nvPr/>
        </p:nvSpPr>
        <p:spPr>
          <a:xfrm rot="16399889">
            <a:off x="5412800" y="3005161"/>
            <a:ext cx="1727025" cy="584425"/>
          </a:xfrm>
          <a:custGeom>
            <a:avLst/>
            <a:gdLst>
              <a:gd name="connsiteX0" fmla="*/ 0 w 1064419"/>
              <a:gd name="connsiteY0" fmla="*/ 0 h 278777"/>
              <a:gd name="connsiteX1" fmla="*/ 1064419 w 1064419"/>
              <a:gd name="connsiteY1" fmla="*/ 0 h 278777"/>
              <a:gd name="connsiteX2" fmla="*/ 1064419 w 1064419"/>
              <a:gd name="connsiteY2" fmla="*/ 278777 h 278777"/>
              <a:gd name="connsiteX3" fmla="*/ 0 w 1064419"/>
              <a:gd name="connsiteY3" fmla="*/ 278777 h 278777"/>
              <a:gd name="connsiteX4" fmla="*/ 0 w 1064419"/>
              <a:gd name="connsiteY4" fmla="*/ 0 h 278777"/>
              <a:gd name="connsiteX0" fmla="*/ 0 w 1154730"/>
              <a:gd name="connsiteY0" fmla="*/ 0 h 278777"/>
              <a:gd name="connsiteX1" fmla="*/ 1154730 w 1154730"/>
              <a:gd name="connsiteY1" fmla="*/ 17107 h 278777"/>
              <a:gd name="connsiteX2" fmla="*/ 1064419 w 1154730"/>
              <a:gd name="connsiteY2" fmla="*/ 278777 h 278777"/>
              <a:gd name="connsiteX3" fmla="*/ 0 w 1154730"/>
              <a:gd name="connsiteY3" fmla="*/ 278777 h 278777"/>
              <a:gd name="connsiteX4" fmla="*/ 0 w 1154730"/>
              <a:gd name="connsiteY4" fmla="*/ 0 h 278777"/>
              <a:gd name="connsiteX0" fmla="*/ 0 w 1154730"/>
              <a:gd name="connsiteY0" fmla="*/ 0 h 391501"/>
              <a:gd name="connsiteX1" fmla="*/ 1154730 w 1154730"/>
              <a:gd name="connsiteY1" fmla="*/ 17107 h 391501"/>
              <a:gd name="connsiteX2" fmla="*/ 966091 w 1154730"/>
              <a:gd name="connsiteY2" fmla="*/ 391501 h 391501"/>
              <a:gd name="connsiteX3" fmla="*/ 0 w 1154730"/>
              <a:gd name="connsiteY3" fmla="*/ 278777 h 391501"/>
              <a:gd name="connsiteX4" fmla="*/ 0 w 1154730"/>
              <a:gd name="connsiteY4" fmla="*/ 0 h 391501"/>
              <a:gd name="connsiteX0" fmla="*/ 0 w 1154730"/>
              <a:gd name="connsiteY0" fmla="*/ 0 h 433909"/>
              <a:gd name="connsiteX1" fmla="*/ 1154730 w 1154730"/>
              <a:gd name="connsiteY1" fmla="*/ 17107 h 433909"/>
              <a:gd name="connsiteX2" fmla="*/ 966091 w 1154730"/>
              <a:gd name="connsiteY2" fmla="*/ 391501 h 433909"/>
              <a:gd name="connsiteX3" fmla="*/ 311168 w 1154730"/>
              <a:gd name="connsiteY3" fmla="*/ 433909 h 433909"/>
              <a:gd name="connsiteX4" fmla="*/ 0 w 1154730"/>
              <a:gd name="connsiteY4" fmla="*/ 0 h 433909"/>
              <a:gd name="connsiteX0" fmla="*/ 0 w 1061120"/>
              <a:gd name="connsiteY0" fmla="*/ 76723 h 416802"/>
              <a:gd name="connsiteX1" fmla="*/ 1061120 w 1061120"/>
              <a:gd name="connsiteY1" fmla="*/ 0 h 416802"/>
              <a:gd name="connsiteX2" fmla="*/ 872481 w 1061120"/>
              <a:gd name="connsiteY2" fmla="*/ 374394 h 416802"/>
              <a:gd name="connsiteX3" fmla="*/ 217558 w 1061120"/>
              <a:gd name="connsiteY3" fmla="*/ 416802 h 416802"/>
              <a:gd name="connsiteX4" fmla="*/ 0 w 1061120"/>
              <a:gd name="connsiteY4" fmla="*/ 76723 h 416802"/>
              <a:gd name="connsiteX0" fmla="*/ 0 w 1049113"/>
              <a:gd name="connsiteY0" fmla="*/ 53443 h 393522"/>
              <a:gd name="connsiteX1" fmla="*/ 1049113 w 1049113"/>
              <a:gd name="connsiteY1" fmla="*/ 0 h 393522"/>
              <a:gd name="connsiteX2" fmla="*/ 872481 w 1049113"/>
              <a:gd name="connsiteY2" fmla="*/ 351114 h 393522"/>
              <a:gd name="connsiteX3" fmla="*/ 217558 w 1049113"/>
              <a:gd name="connsiteY3" fmla="*/ 393522 h 393522"/>
              <a:gd name="connsiteX4" fmla="*/ 0 w 1049113"/>
              <a:gd name="connsiteY4" fmla="*/ 53443 h 3935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2481 w 1058803"/>
              <a:gd name="connsiteY2" fmla="*/ 359514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9678 w 1058803"/>
              <a:gd name="connsiteY2" fmla="*/ 358299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sX0" fmla="*/ 0 w 1058803"/>
              <a:gd name="csY0" fmla="*/ 61843 h 358299"/>
              <a:gd name="csX1" fmla="*/ 1058803 w 1058803"/>
              <a:gd name="csY1" fmla="*/ 0 h 358299"/>
              <a:gd name="csX2" fmla="*/ 879678 w 1058803"/>
              <a:gd name="csY2" fmla="*/ 358299 h 358299"/>
              <a:gd name="csX3" fmla="*/ 0 w 1058803"/>
              <a:gd name="csY3" fmla="*/ 61843 h 3582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8803" h="358299">
                <a:moveTo>
                  <a:pt x="0" y="61843"/>
                </a:moveTo>
                <a:lnTo>
                  <a:pt x="1058803" y="0"/>
                </a:lnTo>
                <a:lnTo>
                  <a:pt x="879678" y="358299"/>
                </a:lnTo>
                <a:lnTo>
                  <a:pt x="0" y="61843"/>
                </a:lnTo>
                <a:close/>
              </a:path>
            </a:pathLst>
          </a:custGeom>
          <a:solidFill>
            <a:srgbClr val="1E54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25FE19F0-38AB-FE34-396B-CC55BF6FF70E}"/>
              </a:ext>
            </a:extLst>
          </p:cNvPr>
          <p:cNvSpPr/>
          <p:nvPr/>
        </p:nvSpPr>
        <p:spPr>
          <a:xfrm rot="16399889">
            <a:off x="5463899" y="3334052"/>
            <a:ext cx="1771411" cy="563871"/>
          </a:xfrm>
          <a:custGeom>
            <a:avLst/>
            <a:gdLst>
              <a:gd name="connsiteX0" fmla="*/ 0 w 1064419"/>
              <a:gd name="connsiteY0" fmla="*/ 0 h 278777"/>
              <a:gd name="connsiteX1" fmla="*/ 1064419 w 1064419"/>
              <a:gd name="connsiteY1" fmla="*/ 0 h 278777"/>
              <a:gd name="connsiteX2" fmla="*/ 1064419 w 1064419"/>
              <a:gd name="connsiteY2" fmla="*/ 278777 h 278777"/>
              <a:gd name="connsiteX3" fmla="*/ 0 w 1064419"/>
              <a:gd name="connsiteY3" fmla="*/ 278777 h 278777"/>
              <a:gd name="connsiteX4" fmla="*/ 0 w 1064419"/>
              <a:gd name="connsiteY4" fmla="*/ 0 h 278777"/>
              <a:gd name="connsiteX0" fmla="*/ 0 w 1154730"/>
              <a:gd name="connsiteY0" fmla="*/ 0 h 278777"/>
              <a:gd name="connsiteX1" fmla="*/ 1154730 w 1154730"/>
              <a:gd name="connsiteY1" fmla="*/ 17107 h 278777"/>
              <a:gd name="connsiteX2" fmla="*/ 1064419 w 1154730"/>
              <a:gd name="connsiteY2" fmla="*/ 278777 h 278777"/>
              <a:gd name="connsiteX3" fmla="*/ 0 w 1154730"/>
              <a:gd name="connsiteY3" fmla="*/ 278777 h 278777"/>
              <a:gd name="connsiteX4" fmla="*/ 0 w 1154730"/>
              <a:gd name="connsiteY4" fmla="*/ 0 h 278777"/>
              <a:gd name="connsiteX0" fmla="*/ 0 w 1154730"/>
              <a:gd name="connsiteY0" fmla="*/ 0 h 391501"/>
              <a:gd name="connsiteX1" fmla="*/ 1154730 w 1154730"/>
              <a:gd name="connsiteY1" fmla="*/ 17107 h 391501"/>
              <a:gd name="connsiteX2" fmla="*/ 966091 w 1154730"/>
              <a:gd name="connsiteY2" fmla="*/ 391501 h 391501"/>
              <a:gd name="connsiteX3" fmla="*/ 0 w 1154730"/>
              <a:gd name="connsiteY3" fmla="*/ 278777 h 391501"/>
              <a:gd name="connsiteX4" fmla="*/ 0 w 1154730"/>
              <a:gd name="connsiteY4" fmla="*/ 0 h 391501"/>
              <a:gd name="connsiteX0" fmla="*/ 0 w 1154730"/>
              <a:gd name="connsiteY0" fmla="*/ 0 h 433909"/>
              <a:gd name="connsiteX1" fmla="*/ 1154730 w 1154730"/>
              <a:gd name="connsiteY1" fmla="*/ 17107 h 433909"/>
              <a:gd name="connsiteX2" fmla="*/ 966091 w 1154730"/>
              <a:gd name="connsiteY2" fmla="*/ 391501 h 433909"/>
              <a:gd name="connsiteX3" fmla="*/ 311168 w 1154730"/>
              <a:gd name="connsiteY3" fmla="*/ 433909 h 433909"/>
              <a:gd name="connsiteX4" fmla="*/ 0 w 1154730"/>
              <a:gd name="connsiteY4" fmla="*/ 0 h 433909"/>
              <a:gd name="connsiteX0" fmla="*/ 0 w 1061120"/>
              <a:gd name="connsiteY0" fmla="*/ 76723 h 416802"/>
              <a:gd name="connsiteX1" fmla="*/ 1061120 w 1061120"/>
              <a:gd name="connsiteY1" fmla="*/ 0 h 416802"/>
              <a:gd name="connsiteX2" fmla="*/ 872481 w 1061120"/>
              <a:gd name="connsiteY2" fmla="*/ 374394 h 416802"/>
              <a:gd name="connsiteX3" fmla="*/ 217558 w 1061120"/>
              <a:gd name="connsiteY3" fmla="*/ 416802 h 416802"/>
              <a:gd name="connsiteX4" fmla="*/ 0 w 1061120"/>
              <a:gd name="connsiteY4" fmla="*/ 76723 h 416802"/>
              <a:gd name="connsiteX0" fmla="*/ 0 w 1049113"/>
              <a:gd name="connsiteY0" fmla="*/ 53443 h 393522"/>
              <a:gd name="connsiteX1" fmla="*/ 1049113 w 1049113"/>
              <a:gd name="connsiteY1" fmla="*/ 0 h 393522"/>
              <a:gd name="connsiteX2" fmla="*/ 872481 w 1049113"/>
              <a:gd name="connsiteY2" fmla="*/ 351114 h 393522"/>
              <a:gd name="connsiteX3" fmla="*/ 217558 w 1049113"/>
              <a:gd name="connsiteY3" fmla="*/ 393522 h 393522"/>
              <a:gd name="connsiteX4" fmla="*/ 0 w 1049113"/>
              <a:gd name="connsiteY4" fmla="*/ 53443 h 3935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2481 w 1058803"/>
              <a:gd name="connsiteY2" fmla="*/ 359514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onnsiteX0" fmla="*/ 0 w 872481"/>
              <a:gd name="connsiteY0" fmla="*/ 250001 h 590080"/>
              <a:gd name="connsiteX1" fmla="*/ 548536 w 872481"/>
              <a:gd name="connsiteY1" fmla="*/ 0 h 590080"/>
              <a:gd name="connsiteX2" fmla="*/ 872481 w 872481"/>
              <a:gd name="connsiteY2" fmla="*/ 547672 h 590080"/>
              <a:gd name="connsiteX3" fmla="*/ 217558 w 872481"/>
              <a:gd name="connsiteY3" fmla="*/ 590080 h 590080"/>
              <a:gd name="connsiteX4" fmla="*/ 0 w 872481"/>
              <a:gd name="connsiteY4" fmla="*/ 250001 h 590080"/>
              <a:gd name="connsiteX0" fmla="*/ 157975 w 654923"/>
              <a:gd name="connsiteY0" fmla="*/ 311508 h 590080"/>
              <a:gd name="connsiteX1" fmla="*/ 330978 w 654923"/>
              <a:gd name="connsiteY1" fmla="*/ 0 h 590080"/>
              <a:gd name="connsiteX2" fmla="*/ 654923 w 654923"/>
              <a:gd name="connsiteY2" fmla="*/ 547672 h 590080"/>
              <a:gd name="connsiteX3" fmla="*/ 0 w 654923"/>
              <a:gd name="connsiteY3" fmla="*/ 590080 h 590080"/>
              <a:gd name="connsiteX4" fmla="*/ 157975 w 654923"/>
              <a:gd name="connsiteY4" fmla="*/ 311508 h 590080"/>
              <a:gd name="connsiteX0" fmla="*/ 0 w 496948"/>
              <a:gd name="connsiteY0" fmla="*/ 311508 h 665875"/>
              <a:gd name="connsiteX1" fmla="*/ 173003 w 496948"/>
              <a:gd name="connsiteY1" fmla="*/ 0 h 665875"/>
              <a:gd name="connsiteX2" fmla="*/ 496948 w 496948"/>
              <a:gd name="connsiteY2" fmla="*/ 547672 h 665875"/>
              <a:gd name="connsiteX3" fmla="*/ 224478 w 496948"/>
              <a:gd name="connsiteY3" fmla="*/ 665875 h 665875"/>
              <a:gd name="connsiteX4" fmla="*/ 0 w 496948"/>
              <a:gd name="connsiteY4" fmla="*/ 311508 h 665875"/>
              <a:gd name="connsiteX0" fmla="*/ 0 w 398688"/>
              <a:gd name="connsiteY0" fmla="*/ 311508 h 665875"/>
              <a:gd name="connsiteX1" fmla="*/ 173003 w 398688"/>
              <a:gd name="connsiteY1" fmla="*/ 0 h 665875"/>
              <a:gd name="connsiteX2" fmla="*/ 398688 w 398688"/>
              <a:gd name="connsiteY2" fmla="*/ 343378 h 665875"/>
              <a:gd name="connsiteX3" fmla="*/ 224478 w 398688"/>
              <a:gd name="connsiteY3" fmla="*/ 665875 h 665875"/>
              <a:gd name="connsiteX4" fmla="*/ 0 w 398688"/>
              <a:gd name="connsiteY4" fmla="*/ 311508 h 665875"/>
              <a:gd name="connsiteX0" fmla="*/ 0 w 398688"/>
              <a:gd name="connsiteY0" fmla="*/ 331134 h 685501"/>
              <a:gd name="connsiteX1" fmla="*/ 169984 w 398688"/>
              <a:gd name="connsiteY1" fmla="*/ 0 h 685501"/>
              <a:gd name="connsiteX2" fmla="*/ 398688 w 398688"/>
              <a:gd name="connsiteY2" fmla="*/ 363004 h 685501"/>
              <a:gd name="connsiteX3" fmla="*/ 224478 w 398688"/>
              <a:gd name="connsiteY3" fmla="*/ 685501 h 685501"/>
              <a:gd name="connsiteX4" fmla="*/ 0 w 398688"/>
              <a:gd name="connsiteY4" fmla="*/ 331134 h 685501"/>
              <a:gd name="connsiteX0" fmla="*/ 0 w 391026"/>
              <a:gd name="connsiteY0" fmla="*/ 331134 h 685501"/>
              <a:gd name="connsiteX1" fmla="*/ 169984 w 391026"/>
              <a:gd name="connsiteY1" fmla="*/ 0 h 685501"/>
              <a:gd name="connsiteX2" fmla="*/ 391026 w 391026"/>
              <a:gd name="connsiteY2" fmla="*/ 349197 h 685501"/>
              <a:gd name="connsiteX3" fmla="*/ 224478 w 391026"/>
              <a:gd name="connsiteY3" fmla="*/ 685501 h 685501"/>
              <a:gd name="connsiteX4" fmla="*/ 0 w 391026"/>
              <a:gd name="connsiteY4" fmla="*/ 331134 h 685501"/>
              <a:gd name="connsiteX0" fmla="*/ 0 w 391026"/>
              <a:gd name="connsiteY0" fmla="*/ 331134 h 674370"/>
              <a:gd name="connsiteX1" fmla="*/ 169984 w 391026"/>
              <a:gd name="connsiteY1" fmla="*/ 0 h 674370"/>
              <a:gd name="connsiteX2" fmla="*/ 391026 w 391026"/>
              <a:gd name="connsiteY2" fmla="*/ 349197 h 674370"/>
              <a:gd name="connsiteX3" fmla="*/ 222006 w 391026"/>
              <a:gd name="connsiteY3" fmla="*/ 674370 h 674370"/>
              <a:gd name="connsiteX4" fmla="*/ 0 w 391026"/>
              <a:gd name="connsiteY4" fmla="*/ 331134 h 674370"/>
              <a:gd name="csX0" fmla="*/ 0 w 1053753"/>
              <a:gd name="csY0" fmla="*/ 331134 h 674370"/>
              <a:gd name="csX1" fmla="*/ 169984 w 1053753"/>
              <a:gd name="csY1" fmla="*/ 0 h 674370"/>
              <a:gd name="csX2" fmla="*/ 1053753 w 1053753"/>
              <a:gd name="csY2" fmla="*/ 398673 h 674370"/>
              <a:gd name="csX3" fmla="*/ 222006 w 1053753"/>
              <a:gd name="csY3" fmla="*/ 674370 h 674370"/>
              <a:gd name="csX4" fmla="*/ 0 w 1053753"/>
              <a:gd name="csY4" fmla="*/ 331134 h 674370"/>
              <a:gd name="csX0" fmla="*/ 0 w 1053753"/>
              <a:gd name="csY0" fmla="*/ 331134 h 398673"/>
              <a:gd name="csX1" fmla="*/ 169984 w 1053753"/>
              <a:gd name="csY1" fmla="*/ 0 h 398673"/>
              <a:gd name="csX2" fmla="*/ 1053753 w 1053753"/>
              <a:gd name="csY2" fmla="*/ 398673 h 398673"/>
              <a:gd name="csX3" fmla="*/ 0 w 1053753"/>
              <a:gd name="csY3" fmla="*/ 331134 h 398673"/>
              <a:gd name="csX0" fmla="*/ 0 w 1095030"/>
              <a:gd name="csY0" fmla="*/ 467150 h 467150"/>
              <a:gd name="csX1" fmla="*/ 211261 w 1095030"/>
              <a:gd name="csY1" fmla="*/ 0 h 467150"/>
              <a:gd name="csX2" fmla="*/ 1095030 w 1095030"/>
              <a:gd name="csY2" fmla="*/ 398673 h 467150"/>
              <a:gd name="csX3" fmla="*/ 0 w 1095030"/>
              <a:gd name="csY3" fmla="*/ 467150 h 467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95030" h="467150">
                <a:moveTo>
                  <a:pt x="0" y="467150"/>
                </a:moveTo>
                <a:lnTo>
                  <a:pt x="211261" y="0"/>
                </a:lnTo>
                <a:lnTo>
                  <a:pt x="1095030" y="398673"/>
                </a:lnTo>
                <a:lnTo>
                  <a:pt x="0" y="467150"/>
                </a:lnTo>
                <a:close/>
              </a:path>
            </a:pathLst>
          </a:cu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9AFEEE-2D1F-1AB8-DDC0-B1ADE8D88EB1}"/>
              </a:ext>
            </a:extLst>
          </p:cNvPr>
          <p:cNvSpPr/>
          <p:nvPr/>
        </p:nvSpPr>
        <p:spPr>
          <a:xfrm>
            <a:off x="5114853" y="2925313"/>
            <a:ext cx="288801" cy="288801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E0FE1D-E61C-F363-DAAE-96ED30CB65EE}"/>
              </a:ext>
            </a:extLst>
          </p:cNvPr>
          <p:cNvSpPr/>
          <p:nvPr/>
        </p:nvSpPr>
        <p:spPr>
          <a:xfrm>
            <a:off x="5458001" y="2925313"/>
            <a:ext cx="288801" cy="288801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F5E2B2-A66D-280A-BE1C-9CA8663E318B}"/>
              </a:ext>
            </a:extLst>
          </p:cNvPr>
          <p:cNvSpPr/>
          <p:nvPr/>
        </p:nvSpPr>
        <p:spPr>
          <a:xfrm>
            <a:off x="5114852" y="3254756"/>
            <a:ext cx="288801" cy="288801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8F2A8B-6343-E439-583A-A25AA1E5CA63}"/>
              </a:ext>
            </a:extLst>
          </p:cNvPr>
          <p:cNvSpPr/>
          <p:nvPr/>
        </p:nvSpPr>
        <p:spPr>
          <a:xfrm>
            <a:off x="5458000" y="3250287"/>
            <a:ext cx="288802" cy="288802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5230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22331D-2632-FDD2-CEE8-8A9EA604F8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40CD593-0D72-3429-7718-E1D699E6C755}"/>
              </a:ext>
            </a:extLst>
          </p:cNvPr>
          <p:cNvSpPr/>
          <p:nvPr/>
        </p:nvSpPr>
        <p:spPr>
          <a:xfrm>
            <a:off x="2587227" y="126347"/>
            <a:ext cx="6605306" cy="66053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3B87A4D-8CF7-92E2-F736-B90EDAA108C4}"/>
              </a:ext>
            </a:extLst>
          </p:cNvPr>
          <p:cNvGrpSpPr/>
          <p:nvPr/>
        </p:nvGrpSpPr>
        <p:grpSpPr>
          <a:xfrm>
            <a:off x="2767423" y="1241328"/>
            <a:ext cx="6244914" cy="4375343"/>
            <a:chOff x="2862871" y="937145"/>
            <a:chExt cx="6244914" cy="437534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E7F05B-85AC-C064-3B57-4C245C239A1E}"/>
                </a:ext>
              </a:extLst>
            </p:cNvPr>
            <p:cNvSpPr/>
            <p:nvPr/>
          </p:nvSpPr>
          <p:spPr>
            <a:xfrm>
              <a:off x="5162478" y="2395368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7B82AD-4F2F-64E9-4870-54D58A6B5936}"/>
                </a:ext>
              </a:extLst>
            </p:cNvPr>
            <p:cNvSpPr/>
            <p:nvPr/>
          </p:nvSpPr>
          <p:spPr>
            <a:xfrm>
              <a:off x="5505626" y="2395368"/>
              <a:ext cx="288801" cy="288801"/>
            </a:xfrm>
            <a:prstGeom prst="rect">
              <a:avLst/>
            </a:prstGeom>
            <a:solidFill>
              <a:srgbClr val="0D33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16E29BAB-60D2-3798-A9B3-FBE3EBF7D89E}"/>
                </a:ext>
              </a:extLst>
            </p:cNvPr>
            <p:cNvGrpSpPr/>
            <p:nvPr/>
          </p:nvGrpSpPr>
          <p:grpSpPr>
            <a:xfrm>
              <a:off x="2862871" y="937145"/>
              <a:ext cx="6244914" cy="4375343"/>
              <a:chOff x="2862871" y="937145"/>
              <a:chExt cx="6244914" cy="437534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0A9E57A-4882-D0C6-BF19-335E5D666090}"/>
                  </a:ext>
                </a:extLst>
              </p:cNvPr>
              <p:cNvSpPr/>
              <p:nvPr/>
            </p:nvSpPr>
            <p:spPr>
              <a:xfrm rot="7817826">
                <a:off x="5494729" y="3455305"/>
                <a:ext cx="896498" cy="1060526"/>
              </a:xfrm>
              <a:custGeom>
                <a:avLst/>
                <a:gdLst>
                  <a:gd name="connsiteX0" fmla="*/ 0 w 1149568"/>
                  <a:gd name="connsiteY0" fmla="*/ 0 h 517525"/>
                  <a:gd name="connsiteX1" fmla="*/ 1149568 w 1149568"/>
                  <a:gd name="connsiteY1" fmla="*/ 0 h 517525"/>
                  <a:gd name="connsiteX2" fmla="*/ 1149568 w 1149568"/>
                  <a:gd name="connsiteY2" fmla="*/ 517525 h 517525"/>
                  <a:gd name="connsiteX3" fmla="*/ 0 w 1149568"/>
                  <a:gd name="connsiteY3" fmla="*/ 517525 h 517525"/>
                  <a:gd name="connsiteX4" fmla="*/ 0 w 1149568"/>
                  <a:gd name="connsiteY4" fmla="*/ 0 h 517525"/>
                  <a:gd name="connsiteX0" fmla="*/ 0 w 1149568"/>
                  <a:gd name="connsiteY0" fmla="*/ 0 h 739775"/>
                  <a:gd name="connsiteX1" fmla="*/ 1149568 w 1149568"/>
                  <a:gd name="connsiteY1" fmla="*/ 0 h 739775"/>
                  <a:gd name="connsiteX2" fmla="*/ 581243 w 1149568"/>
                  <a:gd name="connsiteY2" fmla="*/ 739775 h 739775"/>
                  <a:gd name="connsiteX3" fmla="*/ 0 w 1149568"/>
                  <a:gd name="connsiteY3" fmla="*/ 517525 h 739775"/>
                  <a:gd name="connsiteX4" fmla="*/ 0 w 1149568"/>
                  <a:gd name="connsiteY4" fmla="*/ 0 h 739775"/>
                  <a:gd name="connsiteX0" fmla="*/ 0 w 940018"/>
                  <a:gd name="connsiteY0" fmla="*/ 0 h 739775"/>
                  <a:gd name="connsiteX1" fmla="*/ 940018 w 940018"/>
                  <a:gd name="connsiteY1" fmla="*/ 530225 h 739775"/>
                  <a:gd name="connsiteX2" fmla="*/ 581243 w 940018"/>
                  <a:gd name="connsiteY2" fmla="*/ 739775 h 739775"/>
                  <a:gd name="connsiteX3" fmla="*/ 0 w 940018"/>
                  <a:gd name="connsiteY3" fmla="*/ 517525 h 739775"/>
                  <a:gd name="connsiteX4" fmla="*/ 0 w 940018"/>
                  <a:gd name="connsiteY4" fmla="*/ 0 h 739775"/>
                  <a:gd name="connsiteX0" fmla="*/ 0 w 940018"/>
                  <a:gd name="connsiteY0" fmla="*/ 0 h 739775"/>
                  <a:gd name="connsiteX1" fmla="*/ 940018 w 940018"/>
                  <a:gd name="connsiteY1" fmla="*/ 530225 h 739775"/>
                  <a:gd name="connsiteX2" fmla="*/ 581243 w 940018"/>
                  <a:gd name="connsiteY2" fmla="*/ 739775 h 739775"/>
                  <a:gd name="connsiteX3" fmla="*/ 9525 w 940018"/>
                  <a:gd name="connsiteY3" fmla="*/ 406400 h 739775"/>
                  <a:gd name="connsiteX4" fmla="*/ 0 w 940018"/>
                  <a:gd name="connsiteY4" fmla="*/ 0 h 739775"/>
                  <a:gd name="connsiteX0" fmla="*/ 0 w 930493"/>
                  <a:gd name="connsiteY0" fmla="*/ 0 h 742950"/>
                  <a:gd name="connsiteX1" fmla="*/ 930493 w 930493"/>
                  <a:gd name="connsiteY1" fmla="*/ 533400 h 742950"/>
                  <a:gd name="connsiteX2" fmla="*/ 571718 w 930493"/>
                  <a:gd name="connsiteY2" fmla="*/ 742950 h 742950"/>
                  <a:gd name="connsiteX3" fmla="*/ 0 w 930493"/>
                  <a:gd name="connsiteY3" fmla="*/ 409575 h 742950"/>
                  <a:gd name="connsiteX4" fmla="*/ 0 w 930493"/>
                  <a:gd name="connsiteY4" fmla="*/ 0 h 742950"/>
                  <a:gd name="connsiteX0" fmla="*/ 0 w 571718"/>
                  <a:gd name="connsiteY0" fmla="*/ 0 h 742950"/>
                  <a:gd name="connsiteX1" fmla="*/ 571718 w 571718"/>
                  <a:gd name="connsiteY1" fmla="*/ 742950 h 742950"/>
                  <a:gd name="connsiteX2" fmla="*/ 0 w 571718"/>
                  <a:gd name="connsiteY2" fmla="*/ 409575 h 742950"/>
                  <a:gd name="connsiteX3" fmla="*/ 0 w 571718"/>
                  <a:gd name="connsiteY3" fmla="*/ 0 h 742950"/>
                  <a:gd name="connsiteX0" fmla="*/ 2456 w 574174"/>
                  <a:gd name="connsiteY0" fmla="*/ 0 h 742950"/>
                  <a:gd name="connsiteX1" fmla="*/ 574174 w 574174"/>
                  <a:gd name="connsiteY1" fmla="*/ 742950 h 742950"/>
                  <a:gd name="connsiteX2" fmla="*/ 0 w 574174"/>
                  <a:gd name="connsiteY2" fmla="*/ 362884 h 742950"/>
                  <a:gd name="connsiteX3" fmla="*/ 2456 w 574174"/>
                  <a:gd name="connsiteY3" fmla="*/ 0 h 742950"/>
                  <a:gd name="connsiteX0" fmla="*/ 2456 w 525049"/>
                  <a:gd name="connsiteY0" fmla="*/ 0 h 602878"/>
                  <a:gd name="connsiteX1" fmla="*/ 525049 w 525049"/>
                  <a:gd name="connsiteY1" fmla="*/ 602878 h 602878"/>
                  <a:gd name="connsiteX2" fmla="*/ 0 w 525049"/>
                  <a:gd name="connsiteY2" fmla="*/ 362884 h 602878"/>
                  <a:gd name="connsiteX3" fmla="*/ 2456 w 525049"/>
                  <a:gd name="connsiteY3" fmla="*/ 0 h 602878"/>
                  <a:gd name="connsiteX0" fmla="*/ 3962 w 526555"/>
                  <a:gd name="connsiteY0" fmla="*/ 0 h 602878"/>
                  <a:gd name="connsiteX1" fmla="*/ 526555 w 526555"/>
                  <a:gd name="connsiteY1" fmla="*/ 602878 h 602878"/>
                  <a:gd name="connsiteX2" fmla="*/ 0 w 526555"/>
                  <a:gd name="connsiteY2" fmla="*/ 355563 h 602878"/>
                  <a:gd name="connsiteX3" fmla="*/ 3962 w 526555"/>
                  <a:gd name="connsiteY3" fmla="*/ 0 h 602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6555" h="602878">
                    <a:moveTo>
                      <a:pt x="3962" y="0"/>
                    </a:moveTo>
                    <a:lnTo>
                      <a:pt x="526555" y="602878"/>
                    </a:lnTo>
                    <a:lnTo>
                      <a:pt x="0" y="355563"/>
                    </a:lnTo>
                    <a:cubicBezTo>
                      <a:pt x="819" y="234602"/>
                      <a:pt x="3143" y="120961"/>
                      <a:pt x="3962" y="0"/>
                    </a:cubicBezTo>
                    <a:close/>
                  </a:path>
                </a:pathLst>
              </a:custGeom>
              <a:solidFill>
                <a:srgbClr val="041C5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F9C2CC0D-0CD4-3E53-3FF5-AE3DA34AC2EC}"/>
                  </a:ext>
                </a:extLst>
              </p:cNvPr>
              <p:cNvSpPr/>
              <p:nvPr/>
            </p:nvSpPr>
            <p:spPr>
              <a:xfrm>
                <a:off x="5974216" y="937145"/>
                <a:ext cx="1600379" cy="1385361"/>
              </a:xfrm>
              <a:custGeom>
                <a:avLst/>
                <a:gdLst>
                  <a:gd name="connsiteX0" fmla="*/ 0 w 1149568"/>
                  <a:gd name="connsiteY0" fmla="*/ 0 h 517525"/>
                  <a:gd name="connsiteX1" fmla="*/ 1149568 w 1149568"/>
                  <a:gd name="connsiteY1" fmla="*/ 0 h 517525"/>
                  <a:gd name="connsiteX2" fmla="*/ 1149568 w 1149568"/>
                  <a:gd name="connsiteY2" fmla="*/ 517525 h 517525"/>
                  <a:gd name="connsiteX3" fmla="*/ 0 w 1149568"/>
                  <a:gd name="connsiteY3" fmla="*/ 517525 h 517525"/>
                  <a:gd name="connsiteX4" fmla="*/ 0 w 1149568"/>
                  <a:gd name="connsiteY4" fmla="*/ 0 h 517525"/>
                  <a:gd name="connsiteX0" fmla="*/ 0 w 1149568"/>
                  <a:gd name="connsiteY0" fmla="*/ 0 h 739775"/>
                  <a:gd name="connsiteX1" fmla="*/ 1149568 w 1149568"/>
                  <a:gd name="connsiteY1" fmla="*/ 0 h 739775"/>
                  <a:gd name="connsiteX2" fmla="*/ 581243 w 1149568"/>
                  <a:gd name="connsiteY2" fmla="*/ 739775 h 739775"/>
                  <a:gd name="connsiteX3" fmla="*/ 0 w 1149568"/>
                  <a:gd name="connsiteY3" fmla="*/ 517525 h 739775"/>
                  <a:gd name="connsiteX4" fmla="*/ 0 w 1149568"/>
                  <a:gd name="connsiteY4" fmla="*/ 0 h 739775"/>
                  <a:gd name="connsiteX0" fmla="*/ 0 w 940018"/>
                  <a:gd name="connsiteY0" fmla="*/ 0 h 739775"/>
                  <a:gd name="connsiteX1" fmla="*/ 940018 w 940018"/>
                  <a:gd name="connsiteY1" fmla="*/ 530225 h 739775"/>
                  <a:gd name="connsiteX2" fmla="*/ 581243 w 940018"/>
                  <a:gd name="connsiteY2" fmla="*/ 739775 h 739775"/>
                  <a:gd name="connsiteX3" fmla="*/ 0 w 940018"/>
                  <a:gd name="connsiteY3" fmla="*/ 517525 h 739775"/>
                  <a:gd name="connsiteX4" fmla="*/ 0 w 940018"/>
                  <a:gd name="connsiteY4" fmla="*/ 0 h 739775"/>
                  <a:gd name="connsiteX0" fmla="*/ 0 w 940018"/>
                  <a:gd name="connsiteY0" fmla="*/ 0 h 739775"/>
                  <a:gd name="connsiteX1" fmla="*/ 940018 w 940018"/>
                  <a:gd name="connsiteY1" fmla="*/ 530225 h 739775"/>
                  <a:gd name="connsiteX2" fmla="*/ 581243 w 940018"/>
                  <a:gd name="connsiteY2" fmla="*/ 739775 h 739775"/>
                  <a:gd name="connsiteX3" fmla="*/ 9525 w 940018"/>
                  <a:gd name="connsiteY3" fmla="*/ 406400 h 739775"/>
                  <a:gd name="connsiteX4" fmla="*/ 0 w 940018"/>
                  <a:gd name="connsiteY4" fmla="*/ 0 h 739775"/>
                  <a:gd name="connsiteX0" fmla="*/ 0 w 930493"/>
                  <a:gd name="connsiteY0" fmla="*/ 0 h 742950"/>
                  <a:gd name="connsiteX1" fmla="*/ 930493 w 930493"/>
                  <a:gd name="connsiteY1" fmla="*/ 533400 h 742950"/>
                  <a:gd name="connsiteX2" fmla="*/ 571718 w 930493"/>
                  <a:gd name="connsiteY2" fmla="*/ 742950 h 742950"/>
                  <a:gd name="connsiteX3" fmla="*/ 0 w 930493"/>
                  <a:gd name="connsiteY3" fmla="*/ 409575 h 742950"/>
                  <a:gd name="connsiteX4" fmla="*/ 0 w 930493"/>
                  <a:gd name="connsiteY4" fmla="*/ 0 h 742950"/>
                  <a:gd name="connsiteX0" fmla="*/ 0 w 571718"/>
                  <a:gd name="connsiteY0" fmla="*/ 0 h 742950"/>
                  <a:gd name="connsiteX1" fmla="*/ 571718 w 571718"/>
                  <a:gd name="connsiteY1" fmla="*/ 742950 h 742950"/>
                  <a:gd name="connsiteX2" fmla="*/ 0 w 571718"/>
                  <a:gd name="connsiteY2" fmla="*/ 409575 h 742950"/>
                  <a:gd name="connsiteX3" fmla="*/ 0 w 571718"/>
                  <a:gd name="connsiteY3" fmla="*/ 0 h 742950"/>
                  <a:gd name="connsiteX0" fmla="*/ 0 w 571718"/>
                  <a:gd name="connsiteY0" fmla="*/ 0 h 742950"/>
                  <a:gd name="connsiteX1" fmla="*/ 571718 w 571718"/>
                  <a:gd name="connsiteY1" fmla="*/ 742950 h 742950"/>
                  <a:gd name="connsiteX2" fmla="*/ 3011 w 571718"/>
                  <a:gd name="connsiteY2" fmla="*/ 414094 h 742950"/>
                  <a:gd name="connsiteX3" fmla="*/ 0 w 571718"/>
                  <a:gd name="connsiteY3" fmla="*/ 0 h 742950"/>
                  <a:gd name="connsiteX0" fmla="*/ 0 w 571718"/>
                  <a:gd name="connsiteY0" fmla="*/ 0 h 742950"/>
                  <a:gd name="connsiteX1" fmla="*/ 571718 w 571718"/>
                  <a:gd name="connsiteY1" fmla="*/ 742950 h 742950"/>
                  <a:gd name="connsiteX2" fmla="*/ 4517 w 571718"/>
                  <a:gd name="connsiteY2" fmla="*/ 414094 h 742950"/>
                  <a:gd name="connsiteX3" fmla="*/ 0 w 571718"/>
                  <a:gd name="connsiteY3" fmla="*/ 0 h 742950"/>
                  <a:gd name="csX0" fmla="*/ 0 w 571718"/>
                  <a:gd name="csY0" fmla="*/ 0 h 742950"/>
                  <a:gd name="csX1" fmla="*/ 571718 w 571718"/>
                  <a:gd name="csY1" fmla="*/ 742950 h 742950"/>
                  <a:gd name="csX2" fmla="*/ 11813 w 571718"/>
                  <a:gd name="csY2" fmla="*/ 340351 h 742950"/>
                  <a:gd name="csX3" fmla="*/ 0 w 571718"/>
                  <a:gd name="csY3" fmla="*/ 0 h 742950"/>
                  <a:gd name="csX0" fmla="*/ 0 w 571718"/>
                  <a:gd name="csY0" fmla="*/ 0 h 742950"/>
                  <a:gd name="csX1" fmla="*/ 571718 w 571718"/>
                  <a:gd name="csY1" fmla="*/ 742950 h 742950"/>
                  <a:gd name="csX2" fmla="*/ 4517 w 571718"/>
                  <a:gd name="csY2" fmla="*/ 331748 h 742950"/>
                  <a:gd name="csX3" fmla="*/ 0 w 571718"/>
                  <a:gd name="csY3" fmla="*/ 0 h 742950"/>
                  <a:gd name="csX0" fmla="*/ 0 w 571718"/>
                  <a:gd name="csY0" fmla="*/ 0 h 742950"/>
                  <a:gd name="csX1" fmla="*/ 571718 w 571718"/>
                  <a:gd name="csY1" fmla="*/ 742950 h 742950"/>
                  <a:gd name="csX2" fmla="*/ 3605 w 571718"/>
                  <a:gd name="csY2" fmla="*/ 335435 h 742950"/>
                  <a:gd name="csX3" fmla="*/ 0 w 571718"/>
                  <a:gd name="csY3" fmla="*/ 0 h 7429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71718" h="742950">
                    <a:moveTo>
                      <a:pt x="0" y="0"/>
                    </a:moveTo>
                    <a:lnTo>
                      <a:pt x="571718" y="742950"/>
                    </a:lnTo>
                    <a:cubicBezTo>
                      <a:pt x="382651" y="633331"/>
                      <a:pt x="192672" y="445054"/>
                      <a:pt x="3605" y="335435"/>
                    </a:cubicBezTo>
                    <a:cubicBezTo>
                      <a:pt x="2601" y="197404"/>
                      <a:pt x="1004" y="138031"/>
                      <a:pt x="0" y="0"/>
                    </a:cubicBezTo>
                    <a:close/>
                  </a:path>
                </a:pathLst>
              </a:custGeom>
              <a:solidFill>
                <a:srgbClr val="3A7F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A16B8540-1D7C-42EB-ED8E-F8D0E55620BB}"/>
                  </a:ext>
                </a:extLst>
              </p:cNvPr>
              <p:cNvSpPr/>
              <p:nvPr/>
            </p:nvSpPr>
            <p:spPr>
              <a:xfrm>
                <a:off x="5974216" y="939293"/>
                <a:ext cx="1600379" cy="1385361"/>
              </a:xfrm>
              <a:custGeom>
                <a:avLst/>
                <a:gdLst>
                  <a:gd name="connsiteX0" fmla="*/ 0 w 1149568"/>
                  <a:gd name="connsiteY0" fmla="*/ 0 h 517525"/>
                  <a:gd name="connsiteX1" fmla="*/ 1149568 w 1149568"/>
                  <a:gd name="connsiteY1" fmla="*/ 0 h 517525"/>
                  <a:gd name="connsiteX2" fmla="*/ 1149568 w 1149568"/>
                  <a:gd name="connsiteY2" fmla="*/ 517525 h 517525"/>
                  <a:gd name="connsiteX3" fmla="*/ 0 w 1149568"/>
                  <a:gd name="connsiteY3" fmla="*/ 517525 h 517525"/>
                  <a:gd name="connsiteX4" fmla="*/ 0 w 1149568"/>
                  <a:gd name="connsiteY4" fmla="*/ 0 h 517525"/>
                  <a:gd name="connsiteX0" fmla="*/ 0 w 1149568"/>
                  <a:gd name="connsiteY0" fmla="*/ 0 h 739775"/>
                  <a:gd name="connsiteX1" fmla="*/ 1149568 w 1149568"/>
                  <a:gd name="connsiteY1" fmla="*/ 0 h 739775"/>
                  <a:gd name="connsiteX2" fmla="*/ 581243 w 1149568"/>
                  <a:gd name="connsiteY2" fmla="*/ 739775 h 739775"/>
                  <a:gd name="connsiteX3" fmla="*/ 0 w 1149568"/>
                  <a:gd name="connsiteY3" fmla="*/ 517525 h 739775"/>
                  <a:gd name="connsiteX4" fmla="*/ 0 w 1149568"/>
                  <a:gd name="connsiteY4" fmla="*/ 0 h 739775"/>
                  <a:gd name="connsiteX0" fmla="*/ 0 w 940018"/>
                  <a:gd name="connsiteY0" fmla="*/ 0 h 739775"/>
                  <a:gd name="connsiteX1" fmla="*/ 940018 w 940018"/>
                  <a:gd name="connsiteY1" fmla="*/ 530225 h 739775"/>
                  <a:gd name="connsiteX2" fmla="*/ 581243 w 940018"/>
                  <a:gd name="connsiteY2" fmla="*/ 739775 h 739775"/>
                  <a:gd name="connsiteX3" fmla="*/ 0 w 940018"/>
                  <a:gd name="connsiteY3" fmla="*/ 517525 h 739775"/>
                  <a:gd name="connsiteX4" fmla="*/ 0 w 940018"/>
                  <a:gd name="connsiteY4" fmla="*/ 0 h 739775"/>
                  <a:gd name="connsiteX0" fmla="*/ 0 w 940018"/>
                  <a:gd name="connsiteY0" fmla="*/ 0 h 739775"/>
                  <a:gd name="connsiteX1" fmla="*/ 940018 w 940018"/>
                  <a:gd name="connsiteY1" fmla="*/ 530225 h 739775"/>
                  <a:gd name="connsiteX2" fmla="*/ 581243 w 940018"/>
                  <a:gd name="connsiteY2" fmla="*/ 739775 h 739775"/>
                  <a:gd name="connsiteX3" fmla="*/ 9525 w 940018"/>
                  <a:gd name="connsiteY3" fmla="*/ 406400 h 739775"/>
                  <a:gd name="connsiteX4" fmla="*/ 0 w 940018"/>
                  <a:gd name="connsiteY4" fmla="*/ 0 h 739775"/>
                  <a:gd name="connsiteX0" fmla="*/ 0 w 930493"/>
                  <a:gd name="connsiteY0" fmla="*/ 0 h 742950"/>
                  <a:gd name="connsiteX1" fmla="*/ 930493 w 930493"/>
                  <a:gd name="connsiteY1" fmla="*/ 533400 h 742950"/>
                  <a:gd name="connsiteX2" fmla="*/ 571718 w 930493"/>
                  <a:gd name="connsiteY2" fmla="*/ 742950 h 742950"/>
                  <a:gd name="connsiteX3" fmla="*/ 0 w 930493"/>
                  <a:gd name="connsiteY3" fmla="*/ 409575 h 742950"/>
                  <a:gd name="connsiteX4" fmla="*/ 0 w 930493"/>
                  <a:gd name="connsiteY4" fmla="*/ 0 h 742950"/>
                  <a:gd name="connsiteX0" fmla="*/ 0 w 571718"/>
                  <a:gd name="connsiteY0" fmla="*/ 0 h 742950"/>
                  <a:gd name="connsiteX1" fmla="*/ 571718 w 571718"/>
                  <a:gd name="connsiteY1" fmla="*/ 742950 h 742950"/>
                  <a:gd name="connsiteX2" fmla="*/ 0 w 571718"/>
                  <a:gd name="connsiteY2" fmla="*/ 409575 h 742950"/>
                  <a:gd name="connsiteX3" fmla="*/ 0 w 571718"/>
                  <a:gd name="connsiteY3" fmla="*/ 0 h 742950"/>
                  <a:gd name="connsiteX0" fmla="*/ 0 w 910684"/>
                  <a:gd name="connsiteY0" fmla="*/ 0 h 720834"/>
                  <a:gd name="connsiteX1" fmla="*/ 910684 w 910684"/>
                  <a:gd name="connsiteY1" fmla="*/ 720834 h 720834"/>
                  <a:gd name="connsiteX2" fmla="*/ 338966 w 910684"/>
                  <a:gd name="connsiteY2" fmla="*/ 387459 h 720834"/>
                  <a:gd name="connsiteX3" fmla="*/ 0 w 910684"/>
                  <a:gd name="connsiteY3" fmla="*/ 0 h 720834"/>
                  <a:gd name="connsiteX0" fmla="*/ 0 w 957353"/>
                  <a:gd name="connsiteY0" fmla="*/ 0 h 563561"/>
                  <a:gd name="connsiteX1" fmla="*/ 957353 w 957353"/>
                  <a:gd name="connsiteY1" fmla="*/ 563561 h 563561"/>
                  <a:gd name="connsiteX2" fmla="*/ 338966 w 957353"/>
                  <a:gd name="connsiteY2" fmla="*/ 387459 h 563561"/>
                  <a:gd name="connsiteX3" fmla="*/ 0 w 957353"/>
                  <a:gd name="connsiteY3" fmla="*/ 0 h 563561"/>
                  <a:gd name="connsiteX0" fmla="*/ 0 w 957353"/>
                  <a:gd name="connsiteY0" fmla="*/ 0 h 773268"/>
                  <a:gd name="connsiteX1" fmla="*/ 957353 w 957353"/>
                  <a:gd name="connsiteY1" fmla="*/ 563561 h 773268"/>
                  <a:gd name="connsiteX2" fmla="*/ 599330 w 957353"/>
                  <a:gd name="connsiteY2" fmla="*/ 773268 h 773268"/>
                  <a:gd name="connsiteX3" fmla="*/ 0 w 957353"/>
                  <a:gd name="connsiteY3" fmla="*/ 0 h 773268"/>
                  <a:gd name="connsiteX0" fmla="*/ 0 w 935247"/>
                  <a:gd name="connsiteY0" fmla="*/ 0 h 751152"/>
                  <a:gd name="connsiteX1" fmla="*/ 935247 w 935247"/>
                  <a:gd name="connsiteY1" fmla="*/ 541445 h 751152"/>
                  <a:gd name="connsiteX2" fmla="*/ 577224 w 935247"/>
                  <a:gd name="connsiteY2" fmla="*/ 751152 h 751152"/>
                  <a:gd name="connsiteX3" fmla="*/ 0 w 935247"/>
                  <a:gd name="connsiteY3" fmla="*/ 0 h 751152"/>
                  <a:gd name="connsiteX0" fmla="*/ 0 w 945072"/>
                  <a:gd name="connsiteY0" fmla="*/ 0 h 765897"/>
                  <a:gd name="connsiteX1" fmla="*/ 945072 w 945072"/>
                  <a:gd name="connsiteY1" fmla="*/ 556190 h 765897"/>
                  <a:gd name="connsiteX2" fmla="*/ 587049 w 945072"/>
                  <a:gd name="connsiteY2" fmla="*/ 765897 h 765897"/>
                  <a:gd name="connsiteX3" fmla="*/ 0 w 945072"/>
                  <a:gd name="connsiteY3" fmla="*/ 0 h 765897"/>
                  <a:gd name="connsiteX0" fmla="*/ 0 w 935247"/>
                  <a:gd name="connsiteY0" fmla="*/ 0 h 749514"/>
                  <a:gd name="connsiteX1" fmla="*/ 935247 w 935247"/>
                  <a:gd name="connsiteY1" fmla="*/ 539807 h 749514"/>
                  <a:gd name="connsiteX2" fmla="*/ 577224 w 935247"/>
                  <a:gd name="connsiteY2" fmla="*/ 749514 h 749514"/>
                  <a:gd name="connsiteX3" fmla="*/ 0 w 935247"/>
                  <a:gd name="connsiteY3" fmla="*/ 0 h 749514"/>
                  <a:gd name="connsiteX0" fmla="*/ 0 w 935247"/>
                  <a:gd name="connsiteY0" fmla="*/ 0 h 741981"/>
                  <a:gd name="connsiteX1" fmla="*/ 935247 w 935247"/>
                  <a:gd name="connsiteY1" fmla="*/ 539807 h 741981"/>
                  <a:gd name="connsiteX2" fmla="*/ 577224 w 935247"/>
                  <a:gd name="connsiteY2" fmla="*/ 741981 h 741981"/>
                  <a:gd name="connsiteX3" fmla="*/ 0 w 935247"/>
                  <a:gd name="connsiteY3" fmla="*/ 0 h 741981"/>
                  <a:gd name="connsiteX0" fmla="*/ 0 w 959578"/>
                  <a:gd name="connsiteY0" fmla="*/ 0 h 741981"/>
                  <a:gd name="connsiteX1" fmla="*/ 959578 w 959578"/>
                  <a:gd name="connsiteY1" fmla="*/ 551860 h 741981"/>
                  <a:gd name="connsiteX2" fmla="*/ 577224 w 959578"/>
                  <a:gd name="connsiteY2" fmla="*/ 741981 h 741981"/>
                  <a:gd name="connsiteX3" fmla="*/ 0 w 959578"/>
                  <a:gd name="connsiteY3" fmla="*/ 0 h 741981"/>
                  <a:gd name="csX0" fmla="*/ 0 w 960443"/>
                  <a:gd name="csY0" fmla="*/ 0 h 910717"/>
                  <a:gd name="csX1" fmla="*/ 959578 w 960443"/>
                  <a:gd name="csY1" fmla="*/ 551860 h 910717"/>
                  <a:gd name="csX2" fmla="*/ 960443 w 960443"/>
                  <a:gd name="csY2" fmla="*/ 910717 h 910717"/>
                  <a:gd name="csX3" fmla="*/ 0 w 960443"/>
                  <a:gd name="csY3" fmla="*/ 0 h 9107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60443" h="910717">
                    <a:moveTo>
                      <a:pt x="0" y="0"/>
                    </a:moveTo>
                    <a:lnTo>
                      <a:pt x="959578" y="551860"/>
                    </a:lnTo>
                    <a:cubicBezTo>
                      <a:pt x="959866" y="671479"/>
                      <a:pt x="960155" y="791098"/>
                      <a:pt x="960443" y="91071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498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7" name="Rectangle 12">
                <a:extLst>
                  <a:ext uri="{FF2B5EF4-FFF2-40B4-BE49-F238E27FC236}">
                    <a16:creationId xmlns:a16="http://schemas.microsoft.com/office/drawing/2014/main" id="{617285C6-D7E0-B8F9-5C83-D7B4DDB5B45F}"/>
                  </a:ext>
                </a:extLst>
              </p:cNvPr>
              <p:cNvSpPr/>
              <p:nvPr/>
            </p:nvSpPr>
            <p:spPr>
              <a:xfrm rot="19963012">
                <a:off x="4247468" y="1359860"/>
                <a:ext cx="2002875" cy="665059"/>
              </a:xfrm>
              <a:custGeom>
                <a:avLst/>
                <a:gdLst>
                  <a:gd name="connsiteX0" fmla="*/ 0 w 1064419"/>
                  <a:gd name="connsiteY0" fmla="*/ 0 h 278777"/>
                  <a:gd name="connsiteX1" fmla="*/ 1064419 w 1064419"/>
                  <a:gd name="connsiteY1" fmla="*/ 0 h 278777"/>
                  <a:gd name="connsiteX2" fmla="*/ 1064419 w 1064419"/>
                  <a:gd name="connsiteY2" fmla="*/ 278777 h 278777"/>
                  <a:gd name="connsiteX3" fmla="*/ 0 w 1064419"/>
                  <a:gd name="connsiteY3" fmla="*/ 278777 h 278777"/>
                  <a:gd name="connsiteX4" fmla="*/ 0 w 1064419"/>
                  <a:gd name="connsiteY4" fmla="*/ 0 h 278777"/>
                  <a:gd name="connsiteX0" fmla="*/ 0 w 1154730"/>
                  <a:gd name="connsiteY0" fmla="*/ 0 h 278777"/>
                  <a:gd name="connsiteX1" fmla="*/ 1154730 w 1154730"/>
                  <a:gd name="connsiteY1" fmla="*/ 17107 h 278777"/>
                  <a:gd name="connsiteX2" fmla="*/ 1064419 w 1154730"/>
                  <a:gd name="connsiteY2" fmla="*/ 278777 h 278777"/>
                  <a:gd name="connsiteX3" fmla="*/ 0 w 1154730"/>
                  <a:gd name="connsiteY3" fmla="*/ 278777 h 278777"/>
                  <a:gd name="connsiteX4" fmla="*/ 0 w 1154730"/>
                  <a:gd name="connsiteY4" fmla="*/ 0 h 278777"/>
                  <a:gd name="connsiteX0" fmla="*/ 0 w 1154730"/>
                  <a:gd name="connsiteY0" fmla="*/ 0 h 391501"/>
                  <a:gd name="connsiteX1" fmla="*/ 1154730 w 1154730"/>
                  <a:gd name="connsiteY1" fmla="*/ 17107 h 391501"/>
                  <a:gd name="connsiteX2" fmla="*/ 966091 w 1154730"/>
                  <a:gd name="connsiteY2" fmla="*/ 391501 h 391501"/>
                  <a:gd name="connsiteX3" fmla="*/ 0 w 1154730"/>
                  <a:gd name="connsiteY3" fmla="*/ 278777 h 391501"/>
                  <a:gd name="connsiteX4" fmla="*/ 0 w 1154730"/>
                  <a:gd name="connsiteY4" fmla="*/ 0 h 391501"/>
                  <a:gd name="connsiteX0" fmla="*/ 0 w 1154730"/>
                  <a:gd name="connsiteY0" fmla="*/ 0 h 433909"/>
                  <a:gd name="connsiteX1" fmla="*/ 1154730 w 1154730"/>
                  <a:gd name="connsiteY1" fmla="*/ 17107 h 433909"/>
                  <a:gd name="connsiteX2" fmla="*/ 966091 w 1154730"/>
                  <a:gd name="connsiteY2" fmla="*/ 391501 h 433909"/>
                  <a:gd name="connsiteX3" fmla="*/ 311168 w 1154730"/>
                  <a:gd name="connsiteY3" fmla="*/ 433909 h 433909"/>
                  <a:gd name="connsiteX4" fmla="*/ 0 w 1154730"/>
                  <a:gd name="connsiteY4" fmla="*/ 0 h 433909"/>
                  <a:gd name="connsiteX0" fmla="*/ 0 w 1061120"/>
                  <a:gd name="connsiteY0" fmla="*/ 76723 h 416802"/>
                  <a:gd name="connsiteX1" fmla="*/ 1061120 w 1061120"/>
                  <a:gd name="connsiteY1" fmla="*/ 0 h 416802"/>
                  <a:gd name="connsiteX2" fmla="*/ 872481 w 1061120"/>
                  <a:gd name="connsiteY2" fmla="*/ 374394 h 416802"/>
                  <a:gd name="connsiteX3" fmla="*/ 217558 w 1061120"/>
                  <a:gd name="connsiteY3" fmla="*/ 416802 h 416802"/>
                  <a:gd name="connsiteX4" fmla="*/ 0 w 1061120"/>
                  <a:gd name="connsiteY4" fmla="*/ 76723 h 416802"/>
                  <a:gd name="connsiteX0" fmla="*/ 0 w 1049113"/>
                  <a:gd name="connsiteY0" fmla="*/ 53443 h 393522"/>
                  <a:gd name="connsiteX1" fmla="*/ 1049113 w 1049113"/>
                  <a:gd name="connsiteY1" fmla="*/ 0 h 393522"/>
                  <a:gd name="connsiteX2" fmla="*/ 872481 w 1049113"/>
                  <a:gd name="connsiteY2" fmla="*/ 351114 h 393522"/>
                  <a:gd name="connsiteX3" fmla="*/ 217558 w 1049113"/>
                  <a:gd name="connsiteY3" fmla="*/ 393522 h 393522"/>
                  <a:gd name="connsiteX4" fmla="*/ 0 w 1049113"/>
                  <a:gd name="connsiteY4" fmla="*/ 53443 h 393522"/>
                  <a:gd name="connsiteX0" fmla="*/ 0 w 1058803"/>
                  <a:gd name="connsiteY0" fmla="*/ 61843 h 401922"/>
                  <a:gd name="connsiteX1" fmla="*/ 1058803 w 1058803"/>
                  <a:gd name="connsiteY1" fmla="*/ 0 h 401922"/>
                  <a:gd name="connsiteX2" fmla="*/ 872481 w 1058803"/>
                  <a:gd name="connsiteY2" fmla="*/ 359514 h 401922"/>
                  <a:gd name="connsiteX3" fmla="*/ 217558 w 1058803"/>
                  <a:gd name="connsiteY3" fmla="*/ 401922 h 401922"/>
                  <a:gd name="connsiteX4" fmla="*/ 0 w 1058803"/>
                  <a:gd name="connsiteY4" fmla="*/ 61843 h 401922"/>
                  <a:gd name="connsiteX0" fmla="*/ 0 w 1058803"/>
                  <a:gd name="connsiteY0" fmla="*/ 61843 h 401922"/>
                  <a:gd name="connsiteX1" fmla="*/ 1058803 w 1058803"/>
                  <a:gd name="connsiteY1" fmla="*/ 0 h 401922"/>
                  <a:gd name="connsiteX2" fmla="*/ 879678 w 1058803"/>
                  <a:gd name="connsiteY2" fmla="*/ 358299 h 401922"/>
                  <a:gd name="connsiteX3" fmla="*/ 217558 w 1058803"/>
                  <a:gd name="connsiteY3" fmla="*/ 401922 h 401922"/>
                  <a:gd name="connsiteX4" fmla="*/ 0 w 1058803"/>
                  <a:gd name="connsiteY4" fmla="*/ 61843 h 401922"/>
                  <a:gd name="csX0" fmla="*/ 184944 w 1243747"/>
                  <a:gd name="csY0" fmla="*/ 61843 h 433505"/>
                  <a:gd name="csX1" fmla="*/ 1243747 w 1243747"/>
                  <a:gd name="csY1" fmla="*/ 0 h 433505"/>
                  <a:gd name="csX2" fmla="*/ 1064622 w 1243747"/>
                  <a:gd name="csY2" fmla="*/ 358299 h 433505"/>
                  <a:gd name="csX3" fmla="*/ 0 w 1243747"/>
                  <a:gd name="csY3" fmla="*/ 433505 h 433505"/>
                  <a:gd name="csX4" fmla="*/ 184944 w 1243747"/>
                  <a:gd name="csY4" fmla="*/ 61843 h 4335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43747" h="433505">
                    <a:moveTo>
                      <a:pt x="184944" y="61843"/>
                    </a:moveTo>
                    <a:lnTo>
                      <a:pt x="1243747" y="0"/>
                    </a:lnTo>
                    <a:lnTo>
                      <a:pt x="1064622" y="358299"/>
                    </a:lnTo>
                    <a:lnTo>
                      <a:pt x="0" y="433505"/>
                    </a:lnTo>
                    <a:lnTo>
                      <a:pt x="184944" y="61843"/>
                    </a:lnTo>
                    <a:close/>
                  </a:path>
                </a:pathLst>
              </a:custGeom>
              <a:solidFill>
                <a:srgbClr val="1E54A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" name="Rectangle 12">
                <a:extLst>
                  <a:ext uri="{FF2B5EF4-FFF2-40B4-BE49-F238E27FC236}">
                    <a16:creationId xmlns:a16="http://schemas.microsoft.com/office/drawing/2014/main" id="{0B298DDB-72AD-5178-973A-696B3AE42A48}"/>
                  </a:ext>
                </a:extLst>
              </p:cNvPr>
              <p:cNvSpPr/>
              <p:nvPr/>
            </p:nvSpPr>
            <p:spPr>
              <a:xfrm rot="1636988" flipH="1">
                <a:off x="4945770" y="976957"/>
                <a:ext cx="454230" cy="575924"/>
              </a:xfrm>
              <a:custGeom>
                <a:avLst/>
                <a:gdLst>
                  <a:gd name="connsiteX0" fmla="*/ 0 w 1064419"/>
                  <a:gd name="connsiteY0" fmla="*/ 0 h 278777"/>
                  <a:gd name="connsiteX1" fmla="*/ 1064419 w 1064419"/>
                  <a:gd name="connsiteY1" fmla="*/ 0 h 278777"/>
                  <a:gd name="connsiteX2" fmla="*/ 1064419 w 1064419"/>
                  <a:gd name="connsiteY2" fmla="*/ 278777 h 278777"/>
                  <a:gd name="connsiteX3" fmla="*/ 0 w 1064419"/>
                  <a:gd name="connsiteY3" fmla="*/ 278777 h 278777"/>
                  <a:gd name="connsiteX4" fmla="*/ 0 w 1064419"/>
                  <a:gd name="connsiteY4" fmla="*/ 0 h 278777"/>
                  <a:gd name="connsiteX0" fmla="*/ 0 w 1154730"/>
                  <a:gd name="connsiteY0" fmla="*/ 0 h 278777"/>
                  <a:gd name="connsiteX1" fmla="*/ 1154730 w 1154730"/>
                  <a:gd name="connsiteY1" fmla="*/ 17107 h 278777"/>
                  <a:gd name="connsiteX2" fmla="*/ 1064419 w 1154730"/>
                  <a:gd name="connsiteY2" fmla="*/ 278777 h 278777"/>
                  <a:gd name="connsiteX3" fmla="*/ 0 w 1154730"/>
                  <a:gd name="connsiteY3" fmla="*/ 278777 h 278777"/>
                  <a:gd name="connsiteX4" fmla="*/ 0 w 1154730"/>
                  <a:gd name="connsiteY4" fmla="*/ 0 h 278777"/>
                  <a:gd name="connsiteX0" fmla="*/ 0 w 1154730"/>
                  <a:gd name="connsiteY0" fmla="*/ 0 h 391501"/>
                  <a:gd name="connsiteX1" fmla="*/ 1154730 w 1154730"/>
                  <a:gd name="connsiteY1" fmla="*/ 17107 h 391501"/>
                  <a:gd name="connsiteX2" fmla="*/ 966091 w 1154730"/>
                  <a:gd name="connsiteY2" fmla="*/ 391501 h 391501"/>
                  <a:gd name="connsiteX3" fmla="*/ 0 w 1154730"/>
                  <a:gd name="connsiteY3" fmla="*/ 278777 h 391501"/>
                  <a:gd name="connsiteX4" fmla="*/ 0 w 1154730"/>
                  <a:gd name="connsiteY4" fmla="*/ 0 h 391501"/>
                  <a:gd name="connsiteX0" fmla="*/ 0 w 1154730"/>
                  <a:gd name="connsiteY0" fmla="*/ 0 h 433909"/>
                  <a:gd name="connsiteX1" fmla="*/ 1154730 w 1154730"/>
                  <a:gd name="connsiteY1" fmla="*/ 17107 h 433909"/>
                  <a:gd name="connsiteX2" fmla="*/ 966091 w 1154730"/>
                  <a:gd name="connsiteY2" fmla="*/ 391501 h 433909"/>
                  <a:gd name="connsiteX3" fmla="*/ 311168 w 1154730"/>
                  <a:gd name="connsiteY3" fmla="*/ 433909 h 433909"/>
                  <a:gd name="connsiteX4" fmla="*/ 0 w 1154730"/>
                  <a:gd name="connsiteY4" fmla="*/ 0 h 433909"/>
                  <a:gd name="connsiteX0" fmla="*/ 0 w 1061120"/>
                  <a:gd name="connsiteY0" fmla="*/ 76723 h 416802"/>
                  <a:gd name="connsiteX1" fmla="*/ 1061120 w 1061120"/>
                  <a:gd name="connsiteY1" fmla="*/ 0 h 416802"/>
                  <a:gd name="connsiteX2" fmla="*/ 872481 w 1061120"/>
                  <a:gd name="connsiteY2" fmla="*/ 374394 h 416802"/>
                  <a:gd name="connsiteX3" fmla="*/ 217558 w 1061120"/>
                  <a:gd name="connsiteY3" fmla="*/ 416802 h 416802"/>
                  <a:gd name="connsiteX4" fmla="*/ 0 w 1061120"/>
                  <a:gd name="connsiteY4" fmla="*/ 76723 h 416802"/>
                  <a:gd name="connsiteX0" fmla="*/ 0 w 1049113"/>
                  <a:gd name="connsiteY0" fmla="*/ 53443 h 393522"/>
                  <a:gd name="connsiteX1" fmla="*/ 1049113 w 1049113"/>
                  <a:gd name="connsiteY1" fmla="*/ 0 h 393522"/>
                  <a:gd name="connsiteX2" fmla="*/ 872481 w 1049113"/>
                  <a:gd name="connsiteY2" fmla="*/ 351114 h 393522"/>
                  <a:gd name="connsiteX3" fmla="*/ 217558 w 1049113"/>
                  <a:gd name="connsiteY3" fmla="*/ 393522 h 393522"/>
                  <a:gd name="connsiteX4" fmla="*/ 0 w 1049113"/>
                  <a:gd name="connsiteY4" fmla="*/ 53443 h 393522"/>
                  <a:gd name="connsiteX0" fmla="*/ 0 w 1058803"/>
                  <a:gd name="connsiteY0" fmla="*/ 61843 h 401922"/>
                  <a:gd name="connsiteX1" fmla="*/ 1058803 w 1058803"/>
                  <a:gd name="connsiteY1" fmla="*/ 0 h 401922"/>
                  <a:gd name="connsiteX2" fmla="*/ 872481 w 1058803"/>
                  <a:gd name="connsiteY2" fmla="*/ 359514 h 401922"/>
                  <a:gd name="connsiteX3" fmla="*/ 217558 w 1058803"/>
                  <a:gd name="connsiteY3" fmla="*/ 401922 h 401922"/>
                  <a:gd name="connsiteX4" fmla="*/ 0 w 1058803"/>
                  <a:gd name="connsiteY4" fmla="*/ 61843 h 401922"/>
                  <a:gd name="connsiteX0" fmla="*/ 0 w 872481"/>
                  <a:gd name="connsiteY0" fmla="*/ 250001 h 590080"/>
                  <a:gd name="connsiteX1" fmla="*/ 548536 w 872481"/>
                  <a:gd name="connsiteY1" fmla="*/ 0 h 590080"/>
                  <a:gd name="connsiteX2" fmla="*/ 872481 w 872481"/>
                  <a:gd name="connsiteY2" fmla="*/ 547672 h 590080"/>
                  <a:gd name="connsiteX3" fmla="*/ 217558 w 872481"/>
                  <a:gd name="connsiteY3" fmla="*/ 590080 h 590080"/>
                  <a:gd name="connsiteX4" fmla="*/ 0 w 872481"/>
                  <a:gd name="connsiteY4" fmla="*/ 250001 h 590080"/>
                  <a:gd name="connsiteX0" fmla="*/ 157975 w 654923"/>
                  <a:gd name="connsiteY0" fmla="*/ 311508 h 590080"/>
                  <a:gd name="connsiteX1" fmla="*/ 330978 w 654923"/>
                  <a:gd name="connsiteY1" fmla="*/ 0 h 590080"/>
                  <a:gd name="connsiteX2" fmla="*/ 654923 w 654923"/>
                  <a:gd name="connsiteY2" fmla="*/ 547672 h 590080"/>
                  <a:gd name="connsiteX3" fmla="*/ 0 w 654923"/>
                  <a:gd name="connsiteY3" fmla="*/ 590080 h 590080"/>
                  <a:gd name="connsiteX4" fmla="*/ 157975 w 654923"/>
                  <a:gd name="connsiteY4" fmla="*/ 311508 h 590080"/>
                  <a:gd name="connsiteX0" fmla="*/ 0 w 496948"/>
                  <a:gd name="connsiteY0" fmla="*/ 311508 h 665875"/>
                  <a:gd name="connsiteX1" fmla="*/ 173003 w 496948"/>
                  <a:gd name="connsiteY1" fmla="*/ 0 h 665875"/>
                  <a:gd name="connsiteX2" fmla="*/ 496948 w 496948"/>
                  <a:gd name="connsiteY2" fmla="*/ 547672 h 665875"/>
                  <a:gd name="connsiteX3" fmla="*/ 224478 w 496948"/>
                  <a:gd name="connsiteY3" fmla="*/ 665875 h 665875"/>
                  <a:gd name="connsiteX4" fmla="*/ 0 w 496948"/>
                  <a:gd name="connsiteY4" fmla="*/ 311508 h 665875"/>
                  <a:gd name="connsiteX0" fmla="*/ 0 w 398688"/>
                  <a:gd name="connsiteY0" fmla="*/ 311508 h 665875"/>
                  <a:gd name="connsiteX1" fmla="*/ 173003 w 398688"/>
                  <a:gd name="connsiteY1" fmla="*/ 0 h 665875"/>
                  <a:gd name="connsiteX2" fmla="*/ 398688 w 398688"/>
                  <a:gd name="connsiteY2" fmla="*/ 343378 h 665875"/>
                  <a:gd name="connsiteX3" fmla="*/ 224478 w 398688"/>
                  <a:gd name="connsiteY3" fmla="*/ 665875 h 665875"/>
                  <a:gd name="connsiteX4" fmla="*/ 0 w 398688"/>
                  <a:gd name="connsiteY4" fmla="*/ 311508 h 665875"/>
                  <a:gd name="connsiteX0" fmla="*/ 0 w 398688"/>
                  <a:gd name="connsiteY0" fmla="*/ 331134 h 685501"/>
                  <a:gd name="connsiteX1" fmla="*/ 169984 w 398688"/>
                  <a:gd name="connsiteY1" fmla="*/ 0 h 685501"/>
                  <a:gd name="connsiteX2" fmla="*/ 398688 w 398688"/>
                  <a:gd name="connsiteY2" fmla="*/ 363004 h 685501"/>
                  <a:gd name="connsiteX3" fmla="*/ 224478 w 398688"/>
                  <a:gd name="connsiteY3" fmla="*/ 685501 h 685501"/>
                  <a:gd name="connsiteX4" fmla="*/ 0 w 398688"/>
                  <a:gd name="connsiteY4" fmla="*/ 331134 h 685501"/>
                  <a:gd name="connsiteX0" fmla="*/ 0 w 391026"/>
                  <a:gd name="connsiteY0" fmla="*/ 331134 h 685501"/>
                  <a:gd name="connsiteX1" fmla="*/ 169984 w 391026"/>
                  <a:gd name="connsiteY1" fmla="*/ 0 h 685501"/>
                  <a:gd name="connsiteX2" fmla="*/ 391026 w 391026"/>
                  <a:gd name="connsiteY2" fmla="*/ 349197 h 685501"/>
                  <a:gd name="connsiteX3" fmla="*/ 224478 w 391026"/>
                  <a:gd name="connsiteY3" fmla="*/ 685501 h 685501"/>
                  <a:gd name="connsiteX4" fmla="*/ 0 w 391026"/>
                  <a:gd name="connsiteY4" fmla="*/ 331134 h 685501"/>
                  <a:gd name="connsiteX0" fmla="*/ 0 w 391026"/>
                  <a:gd name="connsiteY0" fmla="*/ 331134 h 674370"/>
                  <a:gd name="connsiteX1" fmla="*/ 169984 w 391026"/>
                  <a:gd name="connsiteY1" fmla="*/ 0 h 674370"/>
                  <a:gd name="connsiteX2" fmla="*/ 391026 w 391026"/>
                  <a:gd name="connsiteY2" fmla="*/ 349197 h 674370"/>
                  <a:gd name="connsiteX3" fmla="*/ 222006 w 391026"/>
                  <a:gd name="connsiteY3" fmla="*/ 674370 h 674370"/>
                  <a:gd name="connsiteX4" fmla="*/ 0 w 391026"/>
                  <a:gd name="connsiteY4" fmla="*/ 331134 h 674370"/>
                  <a:gd name="csX0" fmla="*/ 0 w 405311"/>
                  <a:gd name="csY0" fmla="*/ 331134 h 674370"/>
                  <a:gd name="csX1" fmla="*/ 169984 w 405311"/>
                  <a:gd name="csY1" fmla="*/ 0 h 674370"/>
                  <a:gd name="csX2" fmla="*/ 405311 w 405311"/>
                  <a:gd name="csY2" fmla="*/ 321054 h 674370"/>
                  <a:gd name="csX3" fmla="*/ 222006 w 405311"/>
                  <a:gd name="csY3" fmla="*/ 674370 h 674370"/>
                  <a:gd name="csX4" fmla="*/ 0 w 405311"/>
                  <a:gd name="csY4" fmla="*/ 331134 h 674370"/>
                  <a:gd name="csX0" fmla="*/ 0 w 405311"/>
                  <a:gd name="csY0" fmla="*/ 178945 h 522181"/>
                  <a:gd name="csX1" fmla="*/ 89547 w 405311"/>
                  <a:gd name="csY1" fmla="*/ 0 h 522181"/>
                  <a:gd name="csX2" fmla="*/ 405311 w 405311"/>
                  <a:gd name="csY2" fmla="*/ 168865 h 522181"/>
                  <a:gd name="csX3" fmla="*/ 222006 w 405311"/>
                  <a:gd name="csY3" fmla="*/ 522181 h 522181"/>
                  <a:gd name="csX4" fmla="*/ 0 w 405311"/>
                  <a:gd name="csY4" fmla="*/ 178945 h 522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5311" h="522181">
                    <a:moveTo>
                      <a:pt x="0" y="178945"/>
                    </a:moveTo>
                    <a:lnTo>
                      <a:pt x="89547" y="0"/>
                    </a:lnTo>
                    <a:lnTo>
                      <a:pt x="405311" y="168865"/>
                    </a:lnTo>
                    <a:lnTo>
                      <a:pt x="222006" y="522181"/>
                    </a:lnTo>
                    <a:lnTo>
                      <a:pt x="0" y="178945"/>
                    </a:lnTo>
                    <a:close/>
                  </a:path>
                </a:pathLst>
              </a:custGeom>
              <a:solidFill>
                <a:srgbClr val="1E54A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F05ABFB-F332-9700-054A-0283743BF30E}"/>
                  </a:ext>
                </a:extLst>
              </p:cNvPr>
              <p:cNvSpPr txBox="1"/>
              <p:nvPr/>
            </p:nvSpPr>
            <p:spPr>
              <a:xfrm>
                <a:off x="2862871" y="4266048"/>
                <a:ext cx="6244914" cy="104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200" b="1" spc="120" dirty="0">
                    <a:solidFill>
                      <a:srgbClr val="0D3379"/>
                    </a:solidFill>
                  </a:rPr>
                  <a:t>IMMO</a:t>
                </a:r>
                <a:r>
                  <a:rPr lang="fr-FR" sz="6200" b="1" spc="12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CONFORM</a:t>
                </a:r>
              </a:p>
            </p:txBody>
          </p:sp>
          <p:sp>
            <p:nvSpPr>
              <p:cNvPr id="10" name="Rectangle 12">
                <a:extLst>
                  <a:ext uri="{FF2B5EF4-FFF2-40B4-BE49-F238E27FC236}">
                    <a16:creationId xmlns:a16="http://schemas.microsoft.com/office/drawing/2014/main" id="{F5E5FBD8-785C-862E-7B78-7D92189890B9}"/>
                  </a:ext>
                </a:extLst>
              </p:cNvPr>
              <p:cNvSpPr/>
              <p:nvPr/>
            </p:nvSpPr>
            <p:spPr>
              <a:xfrm rot="16399889">
                <a:off x="5460425" y="2475216"/>
                <a:ext cx="1727025" cy="584425"/>
              </a:xfrm>
              <a:custGeom>
                <a:avLst/>
                <a:gdLst>
                  <a:gd name="connsiteX0" fmla="*/ 0 w 1064419"/>
                  <a:gd name="connsiteY0" fmla="*/ 0 h 278777"/>
                  <a:gd name="connsiteX1" fmla="*/ 1064419 w 1064419"/>
                  <a:gd name="connsiteY1" fmla="*/ 0 h 278777"/>
                  <a:gd name="connsiteX2" fmla="*/ 1064419 w 1064419"/>
                  <a:gd name="connsiteY2" fmla="*/ 278777 h 278777"/>
                  <a:gd name="connsiteX3" fmla="*/ 0 w 1064419"/>
                  <a:gd name="connsiteY3" fmla="*/ 278777 h 278777"/>
                  <a:gd name="connsiteX4" fmla="*/ 0 w 1064419"/>
                  <a:gd name="connsiteY4" fmla="*/ 0 h 278777"/>
                  <a:gd name="connsiteX0" fmla="*/ 0 w 1154730"/>
                  <a:gd name="connsiteY0" fmla="*/ 0 h 278777"/>
                  <a:gd name="connsiteX1" fmla="*/ 1154730 w 1154730"/>
                  <a:gd name="connsiteY1" fmla="*/ 17107 h 278777"/>
                  <a:gd name="connsiteX2" fmla="*/ 1064419 w 1154730"/>
                  <a:gd name="connsiteY2" fmla="*/ 278777 h 278777"/>
                  <a:gd name="connsiteX3" fmla="*/ 0 w 1154730"/>
                  <a:gd name="connsiteY3" fmla="*/ 278777 h 278777"/>
                  <a:gd name="connsiteX4" fmla="*/ 0 w 1154730"/>
                  <a:gd name="connsiteY4" fmla="*/ 0 h 278777"/>
                  <a:gd name="connsiteX0" fmla="*/ 0 w 1154730"/>
                  <a:gd name="connsiteY0" fmla="*/ 0 h 391501"/>
                  <a:gd name="connsiteX1" fmla="*/ 1154730 w 1154730"/>
                  <a:gd name="connsiteY1" fmla="*/ 17107 h 391501"/>
                  <a:gd name="connsiteX2" fmla="*/ 966091 w 1154730"/>
                  <a:gd name="connsiteY2" fmla="*/ 391501 h 391501"/>
                  <a:gd name="connsiteX3" fmla="*/ 0 w 1154730"/>
                  <a:gd name="connsiteY3" fmla="*/ 278777 h 391501"/>
                  <a:gd name="connsiteX4" fmla="*/ 0 w 1154730"/>
                  <a:gd name="connsiteY4" fmla="*/ 0 h 391501"/>
                  <a:gd name="connsiteX0" fmla="*/ 0 w 1154730"/>
                  <a:gd name="connsiteY0" fmla="*/ 0 h 433909"/>
                  <a:gd name="connsiteX1" fmla="*/ 1154730 w 1154730"/>
                  <a:gd name="connsiteY1" fmla="*/ 17107 h 433909"/>
                  <a:gd name="connsiteX2" fmla="*/ 966091 w 1154730"/>
                  <a:gd name="connsiteY2" fmla="*/ 391501 h 433909"/>
                  <a:gd name="connsiteX3" fmla="*/ 311168 w 1154730"/>
                  <a:gd name="connsiteY3" fmla="*/ 433909 h 433909"/>
                  <a:gd name="connsiteX4" fmla="*/ 0 w 1154730"/>
                  <a:gd name="connsiteY4" fmla="*/ 0 h 433909"/>
                  <a:gd name="connsiteX0" fmla="*/ 0 w 1061120"/>
                  <a:gd name="connsiteY0" fmla="*/ 76723 h 416802"/>
                  <a:gd name="connsiteX1" fmla="*/ 1061120 w 1061120"/>
                  <a:gd name="connsiteY1" fmla="*/ 0 h 416802"/>
                  <a:gd name="connsiteX2" fmla="*/ 872481 w 1061120"/>
                  <a:gd name="connsiteY2" fmla="*/ 374394 h 416802"/>
                  <a:gd name="connsiteX3" fmla="*/ 217558 w 1061120"/>
                  <a:gd name="connsiteY3" fmla="*/ 416802 h 416802"/>
                  <a:gd name="connsiteX4" fmla="*/ 0 w 1061120"/>
                  <a:gd name="connsiteY4" fmla="*/ 76723 h 416802"/>
                  <a:gd name="connsiteX0" fmla="*/ 0 w 1049113"/>
                  <a:gd name="connsiteY0" fmla="*/ 53443 h 393522"/>
                  <a:gd name="connsiteX1" fmla="*/ 1049113 w 1049113"/>
                  <a:gd name="connsiteY1" fmla="*/ 0 h 393522"/>
                  <a:gd name="connsiteX2" fmla="*/ 872481 w 1049113"/>
                  <a:gd name="connsiteY2" fmla="*/ 351114 h 393522"/>
                  <a:gd name="connsiteX3" fmla="*/ 217558 w 1049113"/>
                  <a:gd name="connsiteY3" fmla="*/ 393522 h 393522"/>
                  <a:gd name="connsiteX4" fmla="*/ 0 w 1049113"/>
                  <a:gd name="connsiteY4" fmla="*/ 53443 h 393522"/>
                  <a:gd name="connsiteX0" fmla="*/ 0 w 1058803"/>
                  <a:gd name="connsiteY0" fmla="*/ 61843 h 401922"/>
                  <a:gd name="connsiteX1" fmla="*/ 1058803 w 1058803"/>
                  <a:gd name="connsiteY1" fmla="*/ 0 h 401922"/>
                  <a:gd name="connsiteX2" fmla="*/ 872481 w 1058803"/>
                  <a:gd name="connsiteY2" fmla="*/ 359514 h 401922"/>
                  <a:gd name="connsiteX3" fmla="*/ 217558 w 1058803"/>
                  <a:gd name="connsiteY3" fmla="*/ 401922 h 401922"/>
                  <a:gd name="connsiteX4" fmla="*/ 0 w 1058803"/>
                  <a:gd name="connsiteY4" fmla="*/ 61843 h 401922"/>
                  <a:gd name="connsiteX0" fmla="*/ 0 w 1058803"/>
                  <a:gd name="connsiteY0" fmla="*/ 61843 h 401922"/>
                  <a:gd name="connsiteX1" fmla="*/ 1058803 w 1058803"/>
                  <a:gd name="connsiteY1" fmla="*/ 0 h 401922"/>
                  <a:gd name="connsiteX2" fmla="*/ 879678 w 1058803"/>
                  <a:gd name="connsiteY2" fmla="*/ 358299 h 401922"/>
                  <a:gd name="connsiteX3" fmla="*/ 217558 w 1058803"/>
                  <a:gd name="connsiteY3" fmla="*/ 401922 h 401922"/>
                  <a:gd name="connsiteX4" fmla="*/ 0 w 1058803"/>
                  <a:gd name="connsiteY4" fmla="*/ 61843 h 401922"/>
                  <a:gd name="csX0" fmla="*/ 0 w 1058803"/>
                  <a:gd name="csY0" fmla="*/ 61843 h 358299"/>
                  <a:gd name="csX1" fmla="*/ 1058803 w 1058803"/>
                  <a:gd name="csY1" fmla="*/ 0 h 358299"/>
                  <a:gd name="csX2" fmla="*/ 879678 w 1058803"/>
                  <a:gd name="csY2" fmla="*/ 358299 h 358299"/>
                  <a:gd name="csX3" fmla="*/ 0 w 1058803"/>
                  <a:gd name="csY3" fmla="*/ 61843 h 358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8803" h="358299">
                    <a:moveTo>
                      <a:pt x="0" y="61843"/>
                    </a:moveTo>
                    <a:lnTo>
                      <a:pt x="1058803" y="0"/>
                    </a:lnTo>
                    <a:lnTo>
                      <a:pt x="879678" y="358299"/>
                    </a:lnTo>
                    <a:lnTo>
                      <a:pt x="0" y="61843"/>
                    </a:lnTo>
                    <a:close/>
                  </a:path>
                </a:pathLst>
              </a:custGeom>
              <a:solidFill>
                <a:srgbClr val="1E54A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" name="Rectangle 12">
                <a:extLst>
                  <a:ext uri="{FF2B5EF4-FFF2-40B4-BE49-F238E27FC236}">
                    <a16:creationId xmlns:a16="http://schemas.microsoft.com/office/drawing/2014/main" id="{3A3E0618-71E1-D0AD-D619-814F7539BDD7}"/>
                  </a:ext>
                </a:extLst>
              </p:cNvPr>
              <p:cNvSpPr/>
              <p:nvPr/>
            </p:nvSpPr>
            <p:spPr>
              <a:xfrm rot="16399889">
                <a:off x="5511524" y="2804107"/>
                <a:ext cx="1771411" cy="563871"/>
              </a:xfrm>
              <a:custGeom>
                <a:avLst/>
                <a:gdLst>
                  <a:gd name="connsiteX0" fmla="*/ 0 w 1064419"/>
                  <a:gd name="connsiteY0" fmla="*/ 0 h 278777"/>
                  <a:gd name="connsiteX1" fmla="*/ 1064419 w 1064419"/>
                  <a:gd name="connsiteY1" fmla="*/ 0 h 278777"/>
                  <a:gd name="connsiteX2" fmla="*/ 1064419 w 1064419"/>
                  <a:gd name="connsiteY2" fmla="*/ 278777 h 278777"/>
                  <a:gd name="connsiteX3" fmla="*/ 0 w 1064419"/>
                  <a:gd name="connsiteY3" fmla="*/ 278777 h 278777"/>
                  <a:gd name="connsiteX4" fmla="*/ 0 w 1064419"/>
                  <a:gd name="connsiteY4" fmla="*/ 0 h 278777"/>
                  <a:gd name="connsiteX0" fmla="*/ 0 w 1154730"/>
                  <a:gd name="connsiteY0" fmla="*/ 0 h 278777"/>
                  <a:gd name="connsiteX1" fmla="*/ 1154730 w 1154730"/>
                  <a:gd name="connsiteY1" fmla="*/ 17107 h 278777"/>
                  <a:gd name="connsiteX2" fmla="*/ 1064419 w 1154730"/>
                  <a:gd name="connsiteY2" fmla="*/ 278777 h 278777"/>
                  <a:gd name="connsiteX3" fmla="*/ 0 w 1154730"/>
                  <a:gd name="connsiteY3" fmla="*/ 278777 h 278777"/>
                  <a:gd name="connsiteX4" fmla="*/ 0 w 1154730"/>
                  <a:gd name="connsiteY4" fmla="*/ 0 h 278777"/>
                  <a:gd name="connsiteX0" fmla="*/ 0 w 1154730"/>
                  <a:gd name="connsiteY0" fmla="*/ 0 h 391501"/>
                  <a:gd name="connsiteX1" fmla="*/ 1154730 w 1154730"/>
                  <a:gd name="connsiteY1" fmla="*/ 17107 h 391501"/>
                  <a:gd name="connsiteX2" fmla="*/ 966091 w 1154730"/>
                  <a:gd name="connsiteY2" fmla="*/ 391501 h 391501"/>
                  <a:gd name="connsiteX3" fmla="*/ 0 w 1154730"/>
                  <a:gd name="connsiteY3" fmla="*/ 278777 h 391501"/>
                  <a:gd name="connsiteX4" fmla="*/ 0 w 1154730"/>
                  <a:gd name="connsiteY4" fmla="*/ 0 h 391501"/>
                  <a:gd name="connsiteX0" fmla="*/ 0 w 1154730"/>
                  <a:gd name="connsiteY0" fmla="*/ 0 h 433909"/>
                  <a:gd name="connsiteX1" fmla="*/ 1154730 w 1154730"/>
                  <a:gd name="connsiteY1" fmla="*/ 17107 h 433909"/>
                  <a:gd name="connsiteX2" fmla="*/ 966091 w 1154730"/>
                  <a:gd name="connsiteY2" fmla="*/ 391501 h 433909"/>
                  <a:gd name="connsiteX3" fmla="*/ 311168 w 1154730"/>
                  <a:gd name="connsiteY3" fmla="*/ 433909 h 433909"/>
                  <a:gd name="connsiteX4" fmla="*/ 0 w 1154730"/>
                  <a:gd name="connsiteY4" fmla="*/ 0 h 433909"/>
                  <a:gd name="connsiteX0" fmla="*/ 0 w 1061120"/>
                  <a:gd name="connsiteY0" fmla="*/ 76723 h 416802"/>
                  <a:gd name="connsiteX1" fmla="*/ 1061120 w 1061120"/>
                  <a:gd name="connsiteY1" fmla="*/ 0 h 416802"/>
                  <a:gd name="connsiteX2" fmla="*/ 872481 w 1061120"/>
                  <a:gd name="connsiteY2" fmla="*/ 374394 h 416802"/>
                  <a:gd name="connsiteX3" fmla="*/ 217558 w 1061120"/>
                  <a:gd name="connsiteY3" fmla="*/ 416802 h 416802"/>
                  <a:gd name="connsiteX4" fmla="*/ 0 w 1061120"/>
                  <a:gd name="connsiteY4" fmla="*/ 76723 h 416802"/>
                  <a:gd name="connsiteX0" fmla="*/ 0 w 1049113"/>
                  <a:gd name="connsiteY0" fmla="*/ 53443 h 393522"/>
                  <a:gd name="connsiteX1" fmla="*/ 1049113 w 1049113"/>
                  <a:gd name="connsiteY1" fmla="*/ 0 h 393522"/>
                  <a:gd name="connsiteX2" fmla="*/ 872481 w 1049113"/>
                  <a:gd name="connsiteY2" fmla="*/ 351114 h 393522"/>
                  <a:gd name="connsiteX3" fmla="*/ 217558 w 1049113"/>
                  <a:gd name="connsiteY3" fmla="*/ 393522 h 393522"/>
                  <a:gd name="connsiteX4" fmla="*/ 0 w 1049113"/>
                  <a:gd name="connsiteY4" fmla="*/ 53443 h 393522"/>
                  <a:gd name="connsiteX0" fmla="*/ 0 w 1058803"/>
                  <a:gd name="connsiteY0" fmla="*/ 61843 h 401922"/>
                  <a:gd name="connsiteX1" fmla="*/ 1058803 w 1058803"/>
                  <a:gd name="connsiteY1" fmla="*/ 0 h 401922"/>
                  <a:gd name="connsiteX2" fmla="*/ 872481 w 1058803"/>
                  <a:gd name="connsiteY2" fmla="*/ 359514 h 401922"/>
                  <a:gd name="connsiteX3" fmla="*/ 217558 w 1058803"/>
                  <a:gd name="connsiteY3" fmla="*/ 401922 h 401922"/>
                  <a:gd name="connsiteX4" fmla="*/ 0 w 1058803"/>
                  <a:gd name="connsiteY4" fmla="*/ 61843 h 401922"/>
                  <a:gd name="connsiteX0" fmla="*/ 0 w 872481"/>
                  <a:gd name="connsiteY0" fmla="*/ 250001 h 590080"/>
                  <a:gd name="connsiteX1" fmla="*/ 548536 w 872481"/>
                  <a:gd name="connsiteY1" fmla="*/ 0 h 590080"/>
                  <a:gd name="connsiteX2" fmla="*/ 872481 w 872481"/>
                  <a:gd name="connsiteY2" fmla="*/ 547672 h 590080"/>
                  <a:gd name="connsiteX3" fmla="*/ 217558 w 872481"/>
                  <a:gd name="connsiteY3" fmla="*/ 590080 h 590080"/>
                  <a:gd name="connsiteX4" fmla="*/ 0 w 872481"/>
                  <a:gd name="connsiteY4" fmla="*/ 250001 h 590080"/>
                  <a:gd name="connsiteX0" fmla="*/ 157975 w 654923"/>
                  <a:gd name="connsiteY0" fmla="*/ 311508 h 590080"/>
                  <a:gd name="connsiteX1" fmla="*/ 330978 w 654923"/>
                  <a:gd name="connsiteY1" fmla="*/ 0 h 590080"/>
                  <a:gd name="connsiteX2" fmla="*/ 654923 w 654923"/>
                  <a:gd name="connsiteY2" fmla="*/ 547672 h 590080"/>
                  <a:gd name="connsiteX3" fmla="*/ 0 w 654923"/>
                  <a:gd name="connsiteY3" fmla="*/ 590080 h 590080"/>
                  <a:gd name="connsiteX4" fmla="*/ 157975 w 654923"/>
                  <a:gd name="connsiteY4" fmla="*/ 311508 h 590080"/>
                  <a:gd name="connsiteX0" fmla="*/ 0 w 496948"/>
                  <a:gd name="connsiteY0" fmla="*/ 311508 h 665875"/>
                  <a:gd name="connsiteX1" fmla="*/ 173003 w 496948"/>
                  <a:gd name="connsiteY1" fmla="*/ 0 h 665875"/>
                  <a:gd name="connsiteX2" fmla="*/ 496948 w 496948"/>
                  <a:gd name="connsiteY2" fmla="*/ 547672 h 665875"/>
                  <a:gd name="connsiteX3" fmla="*/ 224478 w 496948"/>
                  <a:gd name="connsiteY3" fmla="*/ 665875 h 665875"/>
                  <a:gd name="connsiteX4" fmla="*/ 0 w 496948"/>
                  <a:gd name="connsiteY4" fmla="*/ 311508 h 665875"/>
                  <a:gd name="connsiteX0" fmla="*/ 0 w 398688"/>
                  <a:gd name="connsiteY0" fmla="*/ 311508 h 665875"/>
                  <a:gd name="connsiteX1" fmla="*/ 173003 w 398688"/>
                  <a:gd name="connsiteY1" fmla="*/ 0 h 665875"/>
                  <a:gd name="connsiteX2" fmla="*/ 398688 w 398688"/>
                  <a:gd name="connsiteY2" fmla="*/ 343378 h 665875"/>
                  <a:gd name="connsiteX3" fmla="*/ 224478 w 398688"/>
                  <a:gd name="connsiteY3" fmla="*/ 665875 h 665875"/>
                  <a:gd name="connsiteX4" fmla="*/ 0 w 398688"/>
                  <a:gd name="connsiteY4" fmla="*/ 311508 h 665875"/>
                  <a:gd name="connsiteX0" fmla="*/ 0 w 398688"/>
                  <a:gd name="connsiteY0" fmla="*/ 331134 h 685501"/>
                  <a:gd name="connsiteX1" fmla="*/ 169984 w 398688"/>
                  <a:gd name="connsiteY1" fmla="*/ 0 h 685501"/>
                  <a:gd name="connsiteX2" fmla="*/ 398688 w 398688"/>
                  <a:gd name="connsiteY2" fmla="*/ 363004 h 685501"/>
                  <a:gd name="connsiteX3" fmla="*/ 224478 w 398688"/>
                  <a:gd name="connsiteY3" fmla="*/ 685501 h 685501"/>
                  <a:gd name="connsiteX4" fmla="*/ 0 w 398688"/>
                  <a:gd name="connsiteY4" fmla="*/ 331134 h 685501"/>
                  <a:gd name="connsiteX0" fmla="*/ 0 w 391026"/>
                  <a:gd name="connsiteY0" fmla="*/ 331134 h 685501"/>
                  <a:gd name="connsiteX1" fmla="*/ 169984 w 391026"/>
                  <a:gd name="connsiteY1" fmla="*/ 0 h 685501"/>
                  <a:gd name="connsiteX2" fmla="*/ 391026 w 391026"/>
                  <a:gd name="connsiteY2" fmla="*/ 349197 h 685501"/>
                  <a:gd name="connsiteX3" fmla="*/ 224478 w 391026"/>
                  <a:gd name="connsiteY3" fmla="*/ 685501 h 685501"/>
                  <a:gd name="connsiteX4" fmla="*/ 0 w 391026"/>
                  <a:gd name="connsiteY4" fmla="*/ 331134 h 685501"/>
                  <a:gd name="connsiteX0" fmla="*/ 0 w 391026"/>
                  <a:gd name="connsiteY0" fmla="*/ 331134 h 674370"/>
                  <a:gd name="connsiteX1" fmla="*/ 169984 w 391026"/>
                  <a:gd name="connsiteY1" fmla="*/ 0 h 674370"/>
                  <a:gd name="connsiteX2" fmla="*/ 391026 w 391026"/>
                  <a:gd name="connsiteY2" fmla="*/ 349197 h 674370"/>
                  <a:gd name="connsiteX3" fmla="*/ 222006 w 391026"/>
                  <a:gd name="connsiteY3" fmla="*/ 674370 h 674370"/>
                  <a:gd name="connsiteX4" fmla="*/ 0 w 391026"/>
                  <a:gd name="connsiteY4" fmla="*/ 331134 h 674370"/>
                  <a:gd name="csX0" fmla="*/ 0 w 1053753"/>
                  <a:gd name="csY0" fmla="*/ 331134 h 674370"/>
                  <a:gd name="csX1" fmla="*/ 169984 w 1053753"/>
                  <a:gd name="csY1" fmla="*/ 0 h 674370"/>
                  <a:gd name="csX2" fmla="*/ 1053753 w 1053753"/>
                  <a:gd name="csY2" fmla="*/ 398673 h 674370"/>
                  <a:gd name="csX3" fmla="*/ 222006 w 1053753"/>
                  <a:gd name="csY3" fmla="*/ 674370 h 674370"/>
                  <a:gd name="csX4" fmla="*/ 0 w 1053753"/>
                  <a:gd name="csY4" fmla="*/ 331134 h 674370"/>
                  <a:gd name="csX0" fmla="*/ 0 w 1053753"/>
                  <a:gd name="csY0" fmla="*/ 331134 h 398673"/>
                  <a:gd name="csX1" fmla="*/ 169984 w 1053753"/>
                  <a:gd name="csY1" fmla="*/ 0 h 398673"/>
                  <a:gd name="csX2" fmla="*/ 1053753 w 1053753"/>
                  <a:gd name="csY2" fmla="*/ 398673 h 398673"/>
                  <a:gd name="csX3" fmla="*/ 0 w 1053753"/>
                  <a:gd name="csY3" fmla="*/ 331134 h 398673"/>
                  <a:gd name="csX0" fmla="*/ 0 w 1095030"/>
                  <a:gd name="csY0" fmla="*/ 467150 h 467150"/>
                  <a:gd name="csX1" fmla="*/ 211261 w 1095030"/>
                  <a:gd name="csY1" fmla="*/ 0 h 467150"/>
                  <a:gd name="csX2" fmla="*/ 1095030 w 1095030"/>
                  <a:gd name="csY2" fmla="*/ 398673 h 467150"/>
                  <a:gd name="csX3" fmla="*/ 0 w 1095030"/>
                  <a:gd name="csY3" fmla="*/ 467150 h 46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95030" h="467150">
                    <a:moveTo>
                      <a:pt x="0" y="467150"/>
                    </a:moveTo>
                    <a:lnTo>
                      <a:pt x="211261" y="0"/>
                    </a:lnTo>
                    <a:lnTo>
                      <a:pt x="1095030" y="398673"/>
                    </a:lnTo>
                    <a:lnTo>
                      <a:pt x="0" y="467150"/>
                    </a:lnTo>
                    <a:close/>
                  </a:path>
                </a:pathLst>
              </a:custGeom>
              <a:solidFill>
                <a:srgbClr val="0D337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E9B079F-3EF3-8C8E-1FE6-B2A7130576C5}"/>
                  </a:ext>
                </a:extLst>
              </p:cNvPr>
              <p:cNvSpPr/>
              <p:nvPr/>
            </p:nvSpPr>
            <p:spPr>
              <a:xfrm>
                <a:off x="5162477" y="2724811"/>
                <a:ext cx="288801" cy="288801"/>
              </a:xfrm>
              <a:prstGeom prst="rect">
                <a:avLst/>
              </a:prstGeom>
              <a:solidFill>
                <a:srgbClr val="0D337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7408A0C-8D9E-D9B3-AF97-3B1556879C1E}"/>
                  </a:ext>
                </a:extLst>
              </p:cNvPr>
              <p:cNvSpPr/>
              <p:nvPr/>
            </p:nvSpPr>
            <p:spPr>
              <a:xfrm>
                <a:off x="5505625" y="2720342"/>
                <a:ext cx="288802" cy="288802"/>
              </a:xfrm>
              <a:prstGeom prst="rect">
                <a:avLst/>
              </a:prstGeom>
              <a:solidFill>
                <a:srgbClr val="0D337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594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22331D-2632-FDD2-CEE8-8A9EA604F8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40CD593-0D72-3429-7718-E1D699E6C755}"/>
              </a:ext>
            </a:extLst>
          </p:cNvPr>
          <p:cNvSpPr/>
          <p:nvPr/>
        </p:nvSpPr>
        <p:spPr>
          <a:xfrm>
            <a:off x="2587227" y="126347"/>
            <a:ext cx="6605306" cy="660530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A9E57A-4882-D0C6-BF19-335E5D666090}"/>
              </a:ext>
            </a:extLst>
          </p:cNvPr>
          <p:cNvSpPr/>
          <p:nvPr/>
        </p:nvSpPr>
        <p:spPr>
          <a:xfrm rot="7817826">
            <a:off x="5494729" y="3455305"/>
            <a:ext cx="896498" cy="1060526"/>
          </a:xfrm>
          <a:custGeom>
            <a:avLst/>
            <a:gdLst>
              <a:gd name="connsiteX0" fmla="*/ 0 w 1149568"/>
              <a:gd name="connsiteY0" fmla="*/ 0 h 517525"/>
              <a:gd name="connsiteX1" fmla="*/ 1149568 w 1149568"/>
              <a:gd name="connsiteY1" fmla="*/ 0 h 517525"/>
              <a:gd name="connsiteX2" fmla="*/ 1149568 w 1149568"/>
              <a:gd name="connsiteY2" fmla="*/ 517525 h 517525"/>
              <a:gd name="connsiteX3" fmla="*/ 0 w 1149568"/>
              <a:gd name="connsiteY3" fmla="*/ 517525 h 517525"/>
              <a:gd name="connsiteX4" fmla="*/ 0 w 1149568"/>
              <a:gd name="connsiteY4" fmla="*/ 0 h 517525"/>
              <a:gd name="connsiteX0" fmla="*/ 0 w 1149568"/>
              <a:gd name="connsiteY0" fmla="*/ 0 h 739775"/>
              <a:gd name="connsiteX1" fmla="*/ 1149568 w 1149568"/>
              <a:gd name="connsiteY1" fmla="*/ 0 h 739775"/>
              <a:gd name="connsiteX2" fmla="*/ 581243 w 1149568"/>
              <a:gd name="connsiteY2" fmla="*/ 739775 h 739775"/>
              <a:gd name="connsiteX3" fmla="*/ 0 w 1149568"/>
              <a:gd name="connsiteY3" fmla="*/ 517525 h 739775"/>
              <a:gd name="connsiteX4" fmla="*/ 0 w 114956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0 w 940018"/>
              <a:gd name="connsiteY3" fmla="*/ 517525 h 739775"/>
              <a:gd name="connsiteX4" fmla="*/ 0 w 94001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9525 w 940018"/>
              <a:gd name="connsiteY3" fmla="*/ 406400 h 739775"/>
              <a:gd name="connsiteX4" fmla="*/ 0 w 940018"/>
              <a:gd name="connsiteY4" fmla="*/ 0 h 739775"/>
              <a:gd name="connsiteX0" fmla="*/ 0 w 930493"/>
              <a:gd name="connsiteY0" fmla="*/ 0 h 742950"/>
              <a:gd name="connsiteX1" fmla="*/ 930493 w 930493"/>
              <a:gd name="connsiteY1" fmla="*/ 533400 h 742950"/>
              <a:gd name="connsiteX2" fmla="*/ 571718 w 930493"/>
              <a:gd name="connsiteY2" fmla="*/ 742950 h 742950"/>
              <a:gd name="connsiteX3" fmla="*/ 0 w 930493"/>
              <a:gd name="connsiteY3" fmla="*/ 409575 h 742950"/>
              <a:gd name="connsiteX4" fmla="*/ 0 w 930493"/>
              <a:gd name="connsiteY4" fmla="*/ 0 h 742950"/>
              <a:gd name="connsiteX0" fmla="*/ 0 w 571718"/>
              <a:gd name="connsiteY0" fmla="*/ 0 h 742950"/>
              <a:gd name="connsiteX1" fmla="*/ 571718 w 571718"/>
              <a:gd name="connsiteY1" fmla="*/ 742950 h 742950"/>
              <a:gd name="connsiteX2" fmla="*/ 0 w 571718"/>
              <a:gd name="connsiteY2" fmla="*/ 409575 h 742950"/>
              <a:gd name="connsiteX3" fmla="*/ 0 w 571718"/>
              <a:gd name="connsiteY3" fmla="*/ 0 h 742950"/>
              <a:gd name="connsiteX0" fmla="*/ 2456 w 574174"/>
              <a:gd name="connsiteY0" fmla="*/ 0 h 742950"/>
              <a:gd name="connsiteX1" fmla="*/ 574174 w 574174"/>
              <a:gd name="connsiteY1" fmla="*/ 742950 h 742950"/>
              <a:gd name="connsiteX2" fmla="*/ 0 w 574174"/>
              <a:gd name="connsiteY2" fmla="*/ 362884 h 742950"/>
              <a:gd name="connsiteX3" fmla="*/ 2456 w 574174"/>
              <a:gd name="connsiteY3" fmla="*/ 0 h 742950"/>
              <a:gd name="connsiteX0" fmla="*/ 2456 w 525049"/>
              <a:gd name="connsiteY0" fmla="*/ 0 h 602878"/>
              <a:gd name="connsiteX1" fmla="*/ 525049 w 525049"/>
              <a:gd name="connsiteY1" fmla="*/ 602878 h 602878"/>
              <a:gd name="connsiteX2" fmla="*/ 0 w 525049"/>
              <a:gd name="connsiteY2" fmla="*/ 362884 h 602878"/>
              <a:gd name="connsiteX3" fmla="*/ 2456 w 525049"/>
              <a:gd name="connsiteY3" fmla="*/ 0 h 602878"/>
              <a:gd name="connsiteX0" fmla="*/ 3962 w 526555"/>
              <a:gd name="connsiteY0" fmla="*/ 0 h 602878"/>
              <a:gd name="connsiteX1" fmla="*/ 526555 w 526555"/>
              <a:gd name="connsiteY1" fmla="*/ 602878 h 602878"/>
              <a:gd name="connsiteX2" fmla="*/ 0 w 526555"/>
              <a:gd name="connsiteY2" fmla="*/ 355563 h 602878"/>
              <a:gd name="connsiteX3" fmla="*/ 3962 w 526555"/>
              <a:gd name="connsiteY3" fmla="*/ 0 h 60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555" h="602878">
                <a:moveTo>
                  <a:pt x="3962" y="0"/>
                </a:moveTo>
                <a:lnTo>
                  <a:pt x="526555" y="602878"/>
                </a:lnTo>
                <a:lnTo>
                  <a:pt x="0" y="355563"/>
                </a:lnTo>
                <a:cubicBezTo>
                  <a:pt x="819" y="234602"/>
                  <a:pt x="3143" y="120961"/>
                  <a:pt x="3962" y="0"/>
                </a:cubicBezTo>
                <a:close/>
              </a:path>
            </a:pathLst>
          </a:custGeom>
          <a:solidFill>
            <a:srgbClr val="041C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9C2CC0D-0CD4-3E53-3FF5-AE3DA34AC2EC}"/>
              </a:ext>
            </a:extLst>
          </p:cNvPr>
          <p:cNvSpPr/>
          <p:nvPr/>
        </p:nvSpPr>
        <p:spPr>
          <a:xfrm>
            <a:off x="5974216" y="937145"/>
            <a:ext cx="1600379" cy="1385361"/>
          </a:xfrm>
          <a:custGeom>
            <a:avLst/>
            <a:gdLst>
              <a:gd name="connsiteX0" fmla="*/ 0 w 1149568"/>
              <a:gd name="connsiteY0" fmla="*/ 0 h 517525"/>
              <a:gd name="connsiteX1" fmla="*/ 1149568 w 1149568"/>
              <a:gd name="connsiteY1" fmla="*/ 0 h 517525"/>
              <a:gd name="connsiteX2" fmla="*/ 1149568 w 1149568"/>
              <a:gd name="connsiteY2" fmla="*/ 517525 h 517525"/>
              <a:gd name="connsiteX3" fmla="*/ 0 w 1149568"/>
              <a:gd name="connsiteY3" fmla="*/ 517525 h 517525"/>
              <a:gd name="connsiteX4" fmla="*/ 0 w 1149568"/>
              <a:gd name="connsiteY4" fmla="*/ 0 h 517525"/>
              <a:gd name="connsiteX0" fmla="*/ 0 w 1149568"/>
              <a:gd name="connsiteY0" fmla="*/ 0 h 739775"/>
              <a:gd name="connsiteX1" fmla="*/ 1149568 w 1149568"/>
              <a:gd name="connsiteY1" fmla="*/ 0 h 739775"/>
              <a:gd name="connsiteX2" fmla="*/ 581243 w 1149568"/>
              <a:gd name="connsiteY2" fmla="*/ 739775 h 739775"/>
              <a:gd name="connsiteX3" fmla="*/ 0 w 1149568"/>
              <a:gd name="connsiteY3" fmla="*/ 517525 h 739775"/>
              <a:gd name="connsiteX4" fmla="*/ 0 w 114956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0 w 940018"/>
              <a:gd name="connsiteY3" fmla="*/ 517525 h 739775"/>
              <a:gd name="connsiteX4" fmla="*/ 0 w 94001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9525 w 940018"/>
              <a:gd name="connsiteY3" fmla="*/ 406400 h 739775"/>
              <a:gd name="connsiteX4" fmla="*/ 0 w 940018"/>
              <a:gd name="connsiteY4" fmla="*/ 0 h 739775"/>
              <a:gd name="connsiteX0" fmla="*/ 0 w 930493"/>
              <a:gd name="connsiteY0" fmla="*/ 0 h 742950"/>
              <a:gd name="connsiteX1" fmla="*/ 930493 w 930493"/>
              <a:gd name="connsiteY1" fmla="*/ 533400 h 742950"/>
              <a:gd name="connsiteX2" fmla="*/ 571718 w 930493"/>
              <a:gd name="connsiteY2" fmla="*/ 742950 h 742950"/>
              <a:gd name="connsiteX3" fmla="*/ 0 w 930493"/>
              <a:gd name="connsiteY3" fmla="*/ 409575 h 742950"/>
              <a:gd name="connsiteX4" fmla="*/ 0 w 930493"/>
              <a:gd name="connsiteY4" fmla="*/ 0 h 742950"/>
              <a:gd name="connsiteX0" fmla="*/ 0 w 571718"/>
              <a:gd name="connsiteY0" fmla="*/ 0 h 742950"/>
              <a:gd name="connsiteX1" fmla="*/ 571718 w 571718"/>
              <a:gd name="connsiteY1" fmla="*/ 742950 h 742950"/>
              <a:gd name="connsiteX2" fmla="*/ 0 w 571718"/>
              <a:gd name="connsiteY2" fmla="*/ 409575 h 742950"/>
              <a:gd name="connsiteX3" fmla="*/ 0 w 571718"/>
              <a:gd name="connsiteY3" fmla="*/ 0 h 742950"/>
              <a:gd name="connsiteX0" fmla="*/ 0 w 571718"/>
              <a:gd name="connsiteY0" fmla="*/ 0 h 742950"/>
              <a:gd name="connsiteX1" fmla="*/ 571718 w 571718"/>
              <a:gd name="connsiteY1" fmla="*/ 742950 h 742950"/>
              <a:gd name="connsiteX2" fmla="*/ 3011 w 571718"/>
              <a:gd name="connsiteY2" fmla="*/ 414094 h 742950"/>
              <a:gd name="connsiteX3" fmla="*/ 0 w 571718"/>
              <a:gd name="connsiteY3" fmla="*/ 0 h 742950"/>
              <a:gd name="connsiteX0" fmla="*/ 0 w 571718"/>
              <a:gd name="connsiteY0" fmla="*/ 0 h 742950"/>
              <a:gd name="connsiteX1" fmla="*/ 571718 w 571718"/>
              <a:gd name="connsiteY1" fmla="*/ 742950 h 742950"/>
              <a:gd name="connsiteX2" fmla="*/ 4517 w 571718"/>
              <a:gd name="connsiteY2" fmla="*/ 414094 h 742950"/>
              <a:gd name="connsiteX3" fmla="*/ 0 w 571718"/>
              <a:gd name="connsiteY3" fmla="*/ 0 h 742950"/>
              <a:gd name="csX0" fmla="*/ 0 w 571718"/>
              <a:gd name="csY0" fmla="*/ 0 h 742950"/>
              <a:gd name="csX1" fmla="*/ 571718 w 571718"/>
              <a:gd name="csY1" fmla="*/ 742950 h 742950"/>
              <a:gd name="csX2" fmla="*/ 11813 w 571718"/>
              <a:gd name="csY2" fmla="*/ 340351 h 742950"/>
              <a:gd name="csX3" fmla="*/ 0 w 571718"/>
              <a:gd name="csY3" fmla="*/ 0 h 742950"/>
              <a:gd name="csX0" fmla="*/ 0 w 571718"/>
              <a:gd name="csY0" fmla="*/ 0 h 742950"/>
              <a:gd name="csX1" fmla="*/ 571718 w 571718"/>
              <a:gd name="csY1" fmla="*/ 742950 h 742950"/>
              <a:gd name="csX2" fmla="*/ 4517 w 571718"/>
              <a:gd name="csY2" fmla="*/ 331748 h 742950"/>
              <a:gd name="csX3" fmla="*/ 0 w 571718"/>
              <a:gd name="csY3" fmla="*/ 0 h 742950"/>
              <a:gd name="csX0" fmla="*/ 0 w 571718"/>
              <a:gd name="csY0" fmla="*/ 0 h 742950"/>
              <a:gd name="csX1" fmla="*/ 571718 w 571718"/>
              <a:gd name="csY1" fmla="*/ 742950 h 742950"/>
              <a:gd name="csX2" fmla="*/ 3605 w 571718"/>
              <a:gd name="csY2" fmla="*/ 335435 h 742950"/>
              <a:gd name="csX3" fmla="*/ 0 w 571718"/>
              <a:gd name="csY3" fmla="*/ 0 h 742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1718" h="742950">
                <a:moveTo>
                  <a:pt x="0" y="0"/>
                </a:moveTo>
                <a:lnTo>
                  <a:pt x="571718" y="742950"/>
                </a:lnTo>
                <a:cubicBezTo>
                  <a:pt x="382651" y="633331"/>
                  <a:pt x="192672" y="445054"/>
                  <a:pt x="3605" y="335435"/>
                </a:cubicBezTo>
                <a:cubicBezTo>
                  <a:pt x="2601" y="197404"/>
                  <a:pt x="1004" y="138031"/>
                  <a:pt x="0" y="0"/>
                </a:cubicBezTo>
                <a:close/>
              </a:path>
            </a:pathLst>
          </a:custGeom>
          <a:solidFill>
            <a:srgbClr val="3A7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16B8540-1D7C-42EB-ED8E-F8D0E55620BB}"/>
              </a:ext>
            </a:extLst>
          </p:cNvPr>
          <p:cNvSpPr/>
          <p:nvPr/>
        </p:nvSpPr>
        <p:spPr>
          <a:xfrm>
            <a:off x="5974216" y="939293"/>
            <a:ext cx="1600379" cy="1385361"/>
          </a:xfrm>
          <a:custGeom>
            <a:avLst/>
            <a:gdLst>
              <a:gd name="connsiteX0" fmla="*/ 0 w 1149568"/>
              <a:gd name="connsiteY0" fmla="*/ 0 h 517525"/>
              <a:gd name="connsiteX1" fmla="*/ 1149568 w 1149568"/>
              <a:gd name="connsiteY1" fmla="*/ 0 h 517525"/>
              <a:gd name="connsiteX2" fmla="*/ 1149568 w 1149568"/>
              <a:gd name="connsiteY2" fmla="*/ 517525 h 517525"/>
              <a:gd name="connsiteX3" fmla="*/ 0 w 1149568"/>
              <a:gd name="connsiteY3" fmla="*/ 517525 h 517525"/>
              <a:gd name="connsiteX4" fmla="*/ 0 w 1149568"/>
              <a:gd name="connsiteY4" fmla="*/ 0 h 517525"/>
              <a:gd name="connsiteX0" fmla="*/ 0 w 1149568"/>
              <a:gd name="connsiteY0" fmla="*/ 0 h 739775"/>
              <a:gd name="connsiteX1" fmla="*/ 1149568 w 1149568"/>
              <a:gd name="connsiteY1" fmla="*/ 0 h 739775"/>
              <a:gd name="connsiteX2" fmla="*/ 581243 w 1149568"/>
              <a:gd name="connsiteY2" fmla="*/ 739775 h 739775"/>
              <a:gd name="connsiteX3" fmla="*/ 0 w 1149568"/>
              <a:gd name="connsiteY3" fmla="*/ 517525 h 739775"/>
              <a:gd name="connsiteX4" fmla="*/ 0 w 114956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0 w 940018"/>
              <a:gd name="connsiteY3" fmla="*/ 517525 h 739775"/>
              <a:gd name="connsiteX4" fmla="*/ 0 w 940018"/>
              <a:gd name="connsiteY4" fmla="*/ 0 h 739775"/>
              <a:gd name="connsiteX0" fmla="*/ 0 w 940018"/>
              <a:gd name="connsiteY0" fmla="*/ 0 h 739775"/>
              <a:gd name="connsiteX1" fmla="*/ 940018 w 940018"/>
              <a:gd name="connsiteY1" fmla="*/ 530225 h 739775"/>
              <a:gd name="connsiteX2" fmla="*/ 581243 w 940018"/>
              <a:gd name="connsiteY2" fmla="*/ 739775 h 739775"/>
              <a:gd name="connsiteX3" fmla="*/ 9525 w 940018"/>
              <a:gd name="connsiteY3" fmla="*/ 406400 h 739775"/>
              <a:gd name="connsiteX4" fmla="*/ 0 w 940018"/>
              <a:gd name="connsiteY4" fmla="*/ 0 h 739775"/>
              <a:gd name="connsiteX0" fmla="*/ 0 w 930493"/>
              <a:gd name="connsiteY0" fmla="*/ 0 h 742950"/>
              <a:gd name="connsiteX1" fmla="*/ 930493 w 930493"/>
              <a:gd name="connsiteY1" fmla="*/ 533400 h 742950"/>
              <a:gd name="connsiteX2" fmla="*/ 571718 w 930493"/>
              <a:gd name="connsiteY2" fmla="*/ 742950 h 742950"/>
              <a:gd name="connsiteX3" fmla="*/ 0 w 930493"/>
              <a:gd name="connsiteY3" fmla="*/ 409575 h 742950"/>
              <a:gd name="connsiteX4" fmla="*/ 0 w 930493"/>
              <a:gd name="connsiteY4" fmla="*/ 0 h 742950"/>
              <a:gd name="connsiteX0" fmla="*/ 0 w 571718"/>
              <a:gd name="connsiteY0" fmla="*/ 0 h 742950"/>
              <a:gd name="connsiteX1" fmla="*/ 571718 w 571718"/>
              <a:gd name="connsiteY1" fmla="*/ 742950 h 742950"/>
              <a:gd name="connsiteX2" fmla="*/ 0 w 571718"/>
              <a:gd name="connsiteY2" fmla="*/ 409575 h 742950"/>
              <a:gd name="connsiteX3" fmla="*/ 0 w 571718"/>
              <a:gd name="connsiteY3" fmla="*/ 0 h 742950"/>
              <a:gd name="connsiteX0" fmla="*/ 0 w 910684"/>
              <a:gd name="connsiteY0" fmla="*/ 0 h 720834"/>
              <a:gd name="connsiteX1" fmla="*/ 910684 w 910684"/>
              <a:gd name="connsiteY1" fmla="*/ 720834 h 720834"/>
              <a:gd name="connsiteX2" fmla="*/ 338966 w 910684"/>
              <a:gd name="connsiteY2" fmla="*/ 387459 h 720834"/>
              <a:gd name="connsiteX3" fmla="*/ 0 w 910684"/>
              <a:gd name="connsiteY3" fmla="*/ 0 h 720834"/>
              <a:gd name="connsiteX0" fmla="*/ 0 w 957353"/>
              <a:gd name="connsiteY0" fmla="*/ 0 h 563561"/>
              <a:gd name="connsiteX1" fmla="*/ 957353 w 957353"/>
              <a:gd name="connsiteY1" fmla="*/ 563561 h 563561"/>
              <a:gd name="connsiteX2" fmla="*/ 338966 w 957353"/>
              <a:gd name="connsiteY2" fmla="*/ 387459 h 563561"/>
              <a:gd name="connsiteX3" fmla="*/ 0 w 957353"/>
              <a:gd name="connsiteY3" fmla="*/ 0 h 563561"/>
              <a:gd name="connsiteX0" fmla="*/ 0 w 957353"/>
              <a:gd name="connsiteY0" fmla="*/ 0 h 773268"/>
              <a:gd name="connsiteX1" fmla="*/ 957353 w 957353"/>
              <a:gd name="connsiteY1" fmla="*/ 563561 h 773268"/>
              <a:gd name="connsiteX2" fmla="*/ 599330 w 957353"/>
              <a:gd name="connsiteY2" fmla="*/ 773268 h 773268"/>
              <a:gd name="connsiteX3" fmla="*/ 0 w 957353"/>
              <a:gd name="connsiteY3" fmla="*/ 0 h 773268"/>
              <a:gd name="connsiteX0" fmla="*/ 0 w 935247"/>
              <a:gd name="connsiteY0" fmla="*/ 0 h 751152"/>
              <a:gd name="connsiteX1" fmla="*/ 935247 w 935247"/>
              <a:gd name="connsiteY1" fmla="*/ 541445 h 751152"/>
              <a:gd name="connsiteX2" fmla="*/ 577224 w 935247"/>
              <a:gd name="connsiteY2" fmla="*/ 751152 h 751152"/>
              <a:gd name="connsiteX3" fmla="*/ 0 w 935247"/>
              <a:gd name="connsiteY3" fmla="*/ 0 h 751152"/>
              <a:gd name="connsiteX0" fmla="*/ 0 w 945072"/>
              <a:gd name="connsiteY0" fmla="*/ 0 h 765897"/>
              <a:gd name="connsiteX1" fmla="*/ 945072 w 945072"/>
              <a:gd name="connsiteY1" fmla="*/ 556190 h 765897"/>
              <a:gd name="connsiteX2" fmla="*/ 587049 w 945072"/>
              <a:gd name="connsiteY2" fmla="*/ 765897 h 765897"/>
              <a:gd name="connsiteX3" fmla="*/ 0 w 945072"/>
              <a:gd name="connsiteY3" fmla="*/ 0 h 765897"/>
              <a:gd name="connsiteX0" fmla="*/ 0 w 935247"/>
              <a:gd name="connsiteY0" fmla="*/ 0 h 749514"/>
              <a:gd name="connsiteX1" fmla="*/ 935247 w 935247"/>
              <a:gd name="connsiteY1" fmla="*/ 539807 h 749514"/>
              <a:gd name="connsiteX2" fmla="*/ 577224 w 935247"/>
              <a:gd name="connsiteY2" fmla="*/ 749514 h 749514"/>
              <a:gd name="connsiteX3" fmla="*/ 0 w 935247"/>
              <a:gd name="connsiteY3" fmla="*/ 0 h 749514"/>
              <a:gd name="connsiteX0" fmla="*/ 0 w 935247"/>
              <a:gd name="connsiteY0" fmla="*/ 0 h 741981"/>
              <a:gd name="connsiteX1" fmla="*/ 935247 w 935247"/>
              <a:gd name="connsiteY1" fmla="*/ 539807 h 741981"/>
              <a:gd name="connsiteX2" fmla="*/ 577224 w 935247"/>
              <a:gd name="connsiteY2" fmla="*/ 741981 h 741981"/>
              <a:gd name="connsiteX3" fmla="*/ 0 w 935247"/>
              <a:gd name="connsiteY3" fmla="*/ 0 h 741981"/>
              <a:gd name="connsiteX0" fmla="*/ 0 w 959578"/>
              <a:gd name="connsiteY0" fmla="*/ 0 h 741981"/>
              <a:gd name="connsiteX1" fmla="*/ 959578 w 959578"/>
              <a:gd name="connsiteY1" fmla="*/ 551860 h 741981"/>
              <a:gd name="connsiteX2" fmla="*/ 577224 w 959578"/>
              <a:gd name="connsiteY2" fmla="*/ 741981 h 741981"/>
              <a:gd name="connsiteX3" fmla="*/ 0 w 959578"/>
              <a:gd name="connsiteY3" fmla="*/ 0 h 741981"/>
              <a:gd name="csX0" fmla="*/ 0 w 960443"/>
              <a:gd name="csY0" fmla="*/ 0 h 910717"/>
              <a:gd name="csX1" fmla="*/ 959578 w 960443"/>
              <a:gd name="csY1" fmla="*/ 551860 h 910717"/>
              <a:gd name="csX2" fmla="*/ 960443 w 960443"/>
              <a:gd name="csY2" fmla="*/ 910717 h 910717"/>
              <a:gd name="csX3" fmla="*/ 0 w 960443"/>
              <a:gd name="csY3" fmla="*/ 0 h 910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60443" h="910717">
                <a:moveTo>
                  <a:pt x="0" y="0"/>
                </a:moveTo>
                <a:lnTo>
                  <a:pt x="959578" y="551860"/>
                </a:lnTo>
                <a:cubicBezTo>
                  <a:pt x="959866" y="671479"/>
                  <a:pt x="960155" y="791098"/>
                  <a:pt x="960443" y="910717"/>
                </a:cubicBezTo>
                <a:lnTo>
                  <a:pt x="0" y="0"/>
                </a:lnTo>
                <a:close/>
              </a:path>
            </a:pathLst>
          </a:custGeom>
          <a:solidFill>
            <a:srgbClr val="449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617285C6-D7E0-B8F9-5C83-D7B4DDB5B45F}"/>
              </a:ext>
            </a:extLst>
          </p:cNvPr>
          <p:cNvSpPr/>
          <p:nvPr/>
        </p:nvSpPr>
        <p:spPr>
          <a:xfrm rot="19963012">
            <a:off x="4247468" y="1359860"/>
            <a:ext cx="2002875" cy="665059"/>
          </a:xfrm>
          <a:custGeom>
            <a:avLst/>
            <a:gdLst>
              <a:gd name="connsiteX0" fmla="*/ 0 w 1064419"/>
              <a:gd name="connsiteY0" fmla="*/ 0 h 278777"/>
              <a:gd name="connsiteX1" fmla="*/ 1064419 w 1064419"/>
              <a:gd name="connsiteY1" fmla="*/ 0 h 278777"/>
              <a:gd name="connsiteX2" fmla="*/ 1064419 w 1064419"/>
              <a:gd name="connsiteY2" fmla="*/ 278777 h 278777"/>
              <a:gd name="connsiteX3" fmla="*/ 0 w 1064419"/>
              <a:gd name="connsiteY3" fmla="*/ 278777 h 278777"/>
              <a:gd name="connsiteX4" fmla="*/ 0 w 1064419"/>
              <a:gd name="connsiteY4" fmla="*/ 0 h 278777"/>
              <a:gd name="connsiteX0" fmla="*/ 0 w 1154730"/>
              <a:gd name="connsiteY0" fmla="*/ 0 h 278777"/>
              <a:gd name="connsiteX1" fmla="*/ 1154730 w 1154730"/>
              <a:gd name="connsiteY1" fmla="*/ 17107 h 278777"/>
              <a:gd name="connsiteX2" fmla="*/ 1064419 w 1154730"/>
              <a:gd name="connsiteY2" fmla="*/ 278777 h 278777"/>
              <a:gd name="connsiteX3" fmla="*/ 0 w 1154730"/>
              <a:gd name="connsiteY3" fmla="*/ 278777 h 278777"/>
              <a:gd name="connsiteX4" fmla="*/ 0 w 1154730"/>
              <a:gd name="connsiteY4" fmla="*/ 0 h 278777"/>
              <a:gd name="connsiteX0" fmla="*/ 0 w 1154730"/>
              <a:gd name="connsiteY0" fmla="*/ 0 h 391501"/>
              <a:gd name="connsiteX1" fmla="*/ 1154730 w 1154730"/>
              <a:gd name="connsiteY1" fmla="*/ 17107 h 391501"/>
              <a:gd name="connsiteX2" fmla="*/ 966091 w 1154730"/>
              <a:gd name="connsiteY2" fmla="*/ 391501 h 391501"/>
              <a:gd name="connsiteX3" fmla="*/ 0 w 1154730"/>
              <a:gd name="connsiteY3" fmla="*/ 278777 h 391501"/>
              <a:gd name="connsiteX4" fmla="*/ 0 w 1154730"/>
              <a:gd name="connsiteY4" fmla="*/ 0 h 391501"/>
              <a:gd name="connsiteX0" fmla="*/ 0 w 1154730"/>
              <a:gd name="connsiteY0" fmla="*/ 0 h 433909"/>
              <a:gd name="connsiteX1" fmla="*/ 1154730 w 1154730"/>
              <a:gd name="connsiteY1" fmla="*/ 17107 h 433909"/>
              <a:gd name="connsiteX2" fmla="*/ 966091 w 1154730"/>
              <a:gd name="connsiteY2" fmla="*/ 391501 h 433909"/>
              <a:gd name="connsiteX3" fmla="*/ 311168 w 1154730"/>
              <a:gd name="connsiteY3" fmla="*/ 433909 h 433909"/>
              <a:gd name="connsiteX4" fmla="*/ 0 w 1154730"/>
              <a:gd name="connsiteY4" fmla="*/ 0 h 433909"/>
              <a:gd name="connsiteX0" fmla="*/ 0 w 1061120"/>
              <a:gd name="connsiteY0" fmla="*/ 76723 h 416802"/>
              <a:gd name="connsiteX1" fmla="*/ 1061120 w 1061120"/>
              <a:gd name="connsiteY1" fmla="*/ 0 h 416802"/>
              <a:gd name="connsiteX2" fmla="*/ 872481 w 1061120"/>
              <a:gd name="connsiteY2" fmla="*/ 374394 h 416802"/>
              <a:gd name="connsiteX3" fmla="*/ 217558 w 1061120"/>
              <a:gd name="connsiteY3" fmla="*/ 416802 h 416802"/>
              <a:gd name="connsiteX4" fmla="*/ 0 w 1061120"/>
              <a:gd name="connsiteY4" fmla="*/ 76723 h 416802"/>
              <a:gd name="connsiteX0" fmla="*/ 0 w 1049113"/>
              <a:gd name="connsiteY0" fmla="*/ 53443 h 393522"/>
              <a:gd name="connsiteX1" fmla="*/ 1049113 w 1049113"/>
              <a:gd name="connsiteY1" fmla="*/ 0 h 393522"/>
              <a:gd name="connsiteX2" fmla="*/ 872481 w 1049113"/>
              <a:gd name="connsiteY2" fmla="*/ 351114 h 393522"/>
              <a:gd name="connsiteX3" fmla="*/ 217558 w 1049113"/>
              <a:gd name="connsiteY3" fmla="*/ 393522 h 393522"/>
              <a:gd name="connsiteX4" fmla="*/ 0 w 1049113"/>
              <a:gd name="connsiteY4" fmla="*/ 53443 h 3935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2481 w 1058803"/>
              <a:gd name="connsiteY2" fmla="*/ 359514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9678 w 1058803"/>
              <a:gd name="connsiteY2" fmla="*/ 358299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sX0" fmla="*/ 184944 w 1243747"/>
              <a:gd name="csY0" fmla="*/ 61843 h 433505"/>
              <a:gd name="csX1" fmla="*/ 1243747 w 1243747"/>
              <a:gd name="csY1" fmla="*/ 0 h 433505"/>
              <a:gd name="csX2" fmla="*/ 1064622 w 1243747"/>
              <a:gd name="csY2" fmla="*/ 358299 h 433505"/>
              <a:gd name="csX3" fmla="*/ 0 w 1243747"/>
              <a:gd name="csY3" fmla="*/ 433505 h 433505"/>
              <a:gd name="csX4" fmla="*/ 184944 w 1243747"/>
              <a:gd name="csY4" fmla="*/ 61843 h 4335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43747" h="433505">
                <a:moveTo>
                  <a:pt x="184944" y="61843"/>
                </a:moveTo>
                <a:lnTo>
                  <a:pt x="1243747" y="0"/>
                </a:lnTo>
                <a:lnTo>
                  <a:pt x="1064622" y="358299"/>
                </a:lnTo>
                <a:lnTo>
                  <a:pt x="0" y="433505"/>
                </a:lnTo>
                <a:lnTo>
                  <a:pt x="184944" y="61843"/>
                </a:lnTo>
                <a:close/>
              </a:path>
            </a:pathLst>
          </a:custGeom>
          <a:solidFill>
            <a:srgbClr val="1E54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B298DDB-72AD-5178-973A-696B3AE42A48}"/>
              </a:ext>
            </a:extLst>
          </p:cNvPr>
          <p:cNvSpPr/>
          <p:nvPr/>
        </p:nvSpPr>
        <p:spPr>
          <a:xfrm rot="1636988" flipH="1">
            <a:off x="4945770" y="976957"/>
            <a:ext cx="454230" cy="575924"/>
          </a:xfrm>
          <a:custGeom>
            <a:avLst/>
            <a:gdLst>
              <a:gd name="connsiteX0" fmla="*/ 0 w 1064419"/>
              <a:gd name="connsiteY0" fmla="*/ 0 h 278777"/>
              <a:gd name="connsiteX1" fmla="*/ 1064419 w 1064419"/>
              <a:gd name="connsiteY1" fmla="*/ 0 h 278777"/>
              <a:gd name="connsiteX2" fmla="*/ 1064419 w 1064419"/>
              <a:gd name="connsiteY2" fmla="*/ 278777 h 278777"/>
              <a:gd name="connsiteX3" fmla="*/ 0 w 1064419"/>
              <a:gd name="connsiteY3" fmla="*/ 278777 h 278777"/>
              <a:gd name="connsiteX4" fmla="*/ 0 w 1064419"/>
              <a:gd name="connsiteY4" fmla="*/ 0 h 278777"/>
              <a:gd name="connsiteX0" fmla="*/ 0 w 1154730"/>
              <a:gd name="connsiteY0" fmla="*/ 0 h 278777"/>
              <a:gd name="connsiteX1" fmla="*/ 1154730 w 1154730"/>
              <a:gd name="connsiteY1" fmla="*/ 17107 h 278777"/>
              <a:gd name="connsiteX2" fmla="*/ 1064419 w 1154730"/>
              <a:gd name="connsiteY2" fmla="*/ 278777 h 278777"/>
              <a:gd name="connsiteX3" fmla="*/ 0 w 1154730"/>
              <a:gd name="connsiteY3" fmla="*/ 278777 h 278777"/>
              <a:gd name="connsiteX4" fmla="*/ 0 w 1154730"/>
              <a:gd name="connsiteY4" fmla="*/ 0 h 278777"/>
              <a:gd name="connsiteX0" fmla="*/ 0 w 1154730"/>
              <a:gd name="connsiteY0" fmla="*/ 0 h 391501"/>
              <a:gd name="connsiteX1" fmla="*/ 1154730 w 1154730"/>
              <a:gd name="connsiteY1" fmla="*/ 17107 h 391501"/>
              <a:gd name="connsiteX2" fmla="*/ 966091 w 1154730"/>
              <a:gd name="connsiteY2" fmla="*/ 391501 h 391501"/>
              <a:gd name="connsiteX3" fmla="*/ 0 w 1154730"/>
              <a:gd name="connsiteY3" fmla="*/ 278777 h 391501"/>
              <a:gd name="connsiteX4" fmla="*/ 0 w 1154730"/>
              <a:gd name="connsiteY4" fmla="*/ 0 h 391501"/>
              <a:gd name="connsiteX0" fmla="*/ 0 w 1154730"/>
              <a:gd name="connsiteY0" fmla="*/ 0 h 433909"/>
              <a:gd name="connsiteX1" fmla="*/ 1154730 w 1154730"/>
              <a:gd name="connsiteY1" fmla="*/ 17107 h 433909"/>
              <a:gd name="connsiteX2" fmla="*/ 966091 w 1154730"/>
              <a:gd name="connsiteY2" fmla="*/ 391501 h 433909"/>
              <a:gd name="connsiteX3" fmla="*/ 311168 w 1154730"/>
              <a:gd name="connsiteY3" fmla="*/ 433909 h 433909"/>
              <a:gd name="connsiteX4" fmla="*/ 0 w 1154730"/>
              <a:gd name="connsiteY4" fmla="*/ 0 h 433909"/>
              <a:gd name="connsiteX0" fmla="*/ 0 w 1061120"/>
              <a:gd name="connsiteY0" fmla="*/ 76723 h 416802"/>
              <a:gd name="connsiteX1" fmla="*/ 1061120 w 1061120"/>
              <a:gd name="connsiteY1" fmla="*/ 0 h 416802"/>
              <a:gd name="connsiteX2" fmla="*/ 872481 w 1061120"/>
              <a:gd name="connsiteY2" fmla="*/ 374394 h 416802"/>
              <a:gd name="connsiteX3" fmla="*/ 217558 w 1061120"/>
              <a:gd name="connsiteY3" fmla="*/ 416802 h 416802"/>
              <a:gd name="connsiteX4" fmla="*/ 0 w 1061120"/>
              <a:gd name="connsiteY4" fmla="*/ 76723 h 416802"/>
              <a:gd name="connsiteX0" fmla="*/ 0 w 1049113"/>
              <a:gd name="connsiteY0" fmla="*/ 53443 h 393522"/>
              <a:gd name="connsiteX1" fmla="*/ 1049113 w 1049113"/>
              <a:gd name="connsiteY1" fmla="*/ 0 h 393522"/>
              <a:gd name="connsiteX2" fmla="*/ 872481 w 1049113"/>
              <a:gd name="connsiteY2" fmla="*/ 351114 h 393522"/>
              <a:gd name="connsiteX3" fmla="*/ 217558 w 1049113"/>
              <a:gd name="connsiteY3" fmla="*/ 393522 h 393522"/>
              <a:gd name="connsiteX4" fmla="*/ 0 w 1049113"/>
              <a:gd name="connsiteY4" fmla="*/ 53443 h 3935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2481 w 1058803"/>
              <a:gd name="connsiteY2" fmla="*/ 359514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onnsiteX0" fmla="*/ 0 w 872481"/>
              <a:gd name="connsiteY0" fmla="*/ 250001 h 590080"/>
              <a:gd name="connsiteX1" fmla="*/ 548536 w 872481"/>
              <a:gd name="connsiteY1" fmla="*/ 0 h 590080"/>
              <a:gd name="connsiteX2" fmla="*/ 872481 w 872481"/>
              <a:gd name="connsiteY2" fmla="*/ 547672 h 590080"/>
              <a:gd name="connsiteX3" fmla="*/ 217558 w 872481"/>
              <a:gd name="connsiteY3" fmla="*/ 590080 h 590080"/>
              <a:gd name="connsiteX4" fmla="*/ 0 w 872481"/>
              <a:gd name="connsiteY4" fmla="*/ 250001 h 590080"/>
              <a:gd name="connsiteX0" fmla="*/ 157975 w 654923"/>
              <a:gd name="connsiteY0" fmla="*/ 311508 h 590080"/>
              <a:gd name="connsiteX1" fmla="*/ 330978 w 654923"/>
              <a:gd name="connsiteY1" fmla="*/ 0 h 590080"/>
              <a:gd name="connsiteX2" fmla="*/ 654923 w 654923"/>
              <a:gd name="connsiteY2" fmla="*/ 547672 h 590080"/>
              <a:gd name="connsiteX3" fmla="*/ 0 w 654923"/>
              <a:gd name="connsiteY3" fmla="*/ 590080 h 590080"/>
              <a:gd name="connsiteX4" fmla="*/ 157975 w 654923"/>
              <a:gd name="connsiteY4" fmla="*/ 311508 h 590080"/>
              <a:gd name="connsiteX0" fmla="*/ 0 w 496948"/>
              <a:gd name="connsiteY0" fmla="*/ 311508 h 665875"/>
              <a:gd name="connsiteX1" fmla="*/ 173003 w 496948"/>
              <a:gd name="connsiteY1" fmla="*/ 0 h 665875"/>
              <a:gd name="connsiteX2" fmla="*/ 496948 w 496948"/>
              <a:gd name="connsiteY2" fmla="*/ 547672 h 665875"/>
              <a:gd name="connsiteX3" fmla="*/ 224478 w 496948"/>
              <a:gd name="connsiteY3" fmla="*/ 665875 h 665875"/>
              <a:gd name="connsiteX4" fmla="*/ 0 w 496948"/>
              <a:gd name="connsiteY4" fmla="*/ 311508 h 665875"/>
              <a:gd name="connsiteX0" fmla="*/ 0 w 398688"/>
              <a:gd name="connsiteY0" fmla="*/ 311508 h 665875"/>
              <a:gd name="connsiteX1" fmla="*/ 173003 w 398688"/>
              <a:gd name="connsiteY1" fmla="*/ 0 h 665875"/>
              <a:gd name="connsiteX2" fmla="*/ 398688 w 398688"/>
              <a:gd name="connsiteY2" fmla="*/ 343378 h 665875"/>
              <a:gd name="connsiteX3" fmla="*/ 224478 w 398688"/>
              <a:gd name="connsiteY3" fmla="*/ 665875 h 665875"/>
              <a:gd name="connsiteX4" fmla="*/ 0 w 398688"/>
              <a:gd name="connsiteY4" fmla="*/ 311508 h 665875"/>
              <a:gd name="connsiteX0" fmla="*/ 0 w 398688"/>
              <a:gd name="connsiteY0" fmla="*/ 331134 h 685501"/>
              <a:gd name="connsiteX1" fmla="*/ 169984 w 398688"/>
              <a:gd name="connsiteY1" fmla="*/ 0 h 685501"/>
              <a:gd name="connsiteX2" fmla="*/ 398688 w 398688"/>
              <a:gd name="connsiteY2" fmla="*/ 363004 h 685501"/>
              <a:gd name="connsiteX3" fmla="*/ 224478 w 398688"/>
              <a:gd name="connsiteY3" fmla="*/ 685501 h 685501"/>
              <a:gd name="connsiteX4" fmla="*/ 0 w 398688"/>
              <a:gd name="connsiteY4" fmla="*/ 331134 h 685501"/>
              <a:gd name="connsiteX0" fmla="*/ 0 w 391026"/>
              <a:gd name="connsiteY0" fmla="*/ 331134 h 685501"/>
              <a:gd name="connsiteX1" fmla="*/ 169984 w 391026"/>
              <a:gd name="connsiteY1" fmla="*/ 0 h 685501"/>
              <a:gd name="connsiteX2" fmla="*/ 391026 w 391026"/>
              <a:gd name="connsiteY2" fmla="*/ 349197 h 685501"/>
              <a:gd name="connsiteX3" fmla="*/ 224478 w 391026"/>
              <a:gd name="connsiteY3" fmla="*/ 685501 h 685501"/>
              <a:gd name="connsiteX4" fmla="*/ 0 w 391026"/>
              <a:gd name="connsiteY4" fmla="*/ 331134 h 685501"/>
              <a:gd name="connsiteX0" fmla="*/ 0 w 391026"/>
              <a:gd name="connsiteY0" fmla="*/ 331134 h 674370"/>
              <a:gd name="connsiteX1" fmla="*/ 169984 w 391026"/>
              <a:gd name="connsiteY1" fmla="*/ 0 h 674370"/>
              <a:gd name="connsiteX2" fmla="*/ 391026 w 391026"/>
              <a:gd name="connsiteY2" fmla="*/ 349197 h 674370"/>
              <a:gd name="connsiteX3" fmla="*/ 222006 w 391026"/>
              <a:gd name="connsiteY3" fmla="*/ 674370 h 674370"/>
              <a:gd name="connsiteX4" fmla="*/ 0 w 391026"/>
              <a:gd name="connsiteY4" fmla="*/ 331134 h 674370"/>
              <a:gd name="csX0" fmla="*/ 0 w 405311"/>
              <a:gd name="csY0" fmla="*/ 331134 h 674370"/>
              <a:gd name="csX1" fmla="*/ 169984 w 405311"/>
              <a:gd name="csY1" fmla="*/ 0 h 674370"/>
              <a:gd name="csX2" fmla="*/ 405311 w 405311"/>
              <a:gd name="csY2" fmla="*/ 321054 h 674370"/>
              <a:gd name="csX3" fmla="*/ 222006 w 405311"/>
              <a:gd name="csY3" fmla="*/ 674370 h 674370"/>
              <a:gd name="csX4" fmla="*/ 0 w 405311"/>
              <a:gd name="csY4" fmla="*/ 331134 h 674370"/>
              <a:gd name="csX0" fmla="*/ 0 w 405311"/>
              <a:gd name="csY0" fmla="*/ 178945 h 522181"/>
              <a:gd name="csX1" fmla="*/ 89547 w 405311"/>
              <a:gd name="csY1" fmla="*/ 0 h 522181"/>
              <a:gd name="csX2" fmla="*/ 405311 w 405311"/>
              <a:gd name="csY2" fmla="*/ 168865 h 522181"/>
              <a:gd name="csX3" fmla="*/ 222006 w 405311"/>
              <a:gd name="csY3" fmla="*/ 522181 h 522181"/>
              <a:gd name="csX4" fmla="*/ 0 w 405311"/>
              <a:gd name="csY4" fmla="*/ 178945 h 5221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5311" h="522181">
                <a:moveTo>
                  <a:pt x="0" y="178945"/>
                </a:moveTo>
                <a:lnTo>
                  <a:pt x="89547" y="0"/>
                </a:lnTo>
                <a:lnTo>
                  <a:pt x="405311" y="168865"/>
                </a:lnTo>
                <a:lnTo>
                  <a:pt x="222006" y="522181"/>
                </a:lnTo>
                <a:lnTo>
                  <a:pt x="0" y="178945"/>
                </a:lnTo>
                <a:close/>
              </a:path>
            </a:pathLst>
          </a:custGeom>
          <a:solidFill>
            <a:srgbClr val="1E54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F05ABFB-F332-9700-054A-0283743BF30E}"/>
              </a:ext>
            </a:extLst>
          </p:cNvPr>
          <p:cNvSpPr txBox="1"/>
          <p:nvPr/>
        </p:nvSpPr>
        <p:spPr>
          <a:xfrm>
            <a:off x="2862871" y="4402783"/>
            <a:ext cx="624491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200" b="1" spc="120" dirty="0">
                <a:solidFill>
                  <a:srgbClr val="0D3379"/>
                </a:solidFill>
              </a:rPr>
              <a:t>IMMO</a:t>
            </a:r>
            <a:r>
              <a:rPr lang="fr-FR" sz="6200" b="1" spc="1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CONFORM</a:t>
            </a:r>
          </a:p>
          <a:p>
            <a:pPr algn="ctr"/>
            <a:r>
              <a:rPr lang="fr-FR" sz="3200" spc="1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DIAGNOSTICS IMMOBILIER </a:t>
            </a:r>
            <a:endParaRPr lang="fr-FR" sz="2400" spc="12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F5E5FBD8-785C-862E-7B78-7D92189890B9}"/>
              </a:ext>
            </a:extLst>
          </p:cNvPr>
          <p:cNvSpPr/>
          <p:nvPr/>
        </p:nvSpPr>
        <p:spPr>
          <a:xfrm rot="16399889">
            <a:off x="5460425" y="2475216"/>
            <a:ext cx="1727025" cy="584425"/>
          </a:xfrm>
          <a:custGeom>
            <a:avLst/>
            <a:gdLst>
              <a:gd name="connsiteX0" fmla="*/ 0 w 1064419"/>
              <a:gd name="connsiteY0" fmla="*/ 0 h 278777"/>
              <a:gd name="connsiteX1" fmla="*/ 1064419 w 1064419"/>
              <a:gd name="connsiteY1" fmla="*/ 0 h 278777"/>
              <a:gd name="connsiteX2" fmla="*/ 1064419 w 1064419"/>
              <a:gd name="connsiteY2" fmla="*/ 278777 h 278777"/>
              <a:gd name="connsiteX3" fmla="*/ 0 w 1064419"/>
              <a:gd name="connsiteY3" fmla="*/ 278777 h 278777"/>
              <a:gd name="connsiteX4" fmla="*/ 0 w 1064419"/>
              <a:gd name="connsiteY4" fmla="*/ 0 h 278777"/>
              <a:gd name="connsiteX0" fmla="*/ 0 w 1154730"/>
              <a:gd name="connsiteY0" fmla="*/ 0 h 278777"/>
              <a:gd name="connsiteX1" fmla="*/ 1154730 w 1154730"/>
              <a:gd name="connsiteY1" fmla="*/ 17107 h 278777"/>
              <a:gd name="connsiteX2" fmla="*/ 1064419 w 1154730"/>
              <a:gd name="connsiteY2" fmla="*/ 278777 h 278777"/>
              <a:gd name="connsiteX3" fmla="*/ 0 w 1154730"/>
              <a:gd name="connsiteY3" fmla="*/ 278777 h 278777"/>
              <a:gd name="connsiteX4" fmla="*/ 0 w 1154730"/>
              <a:gd name="connsiteY4" fmla="*/ 0 h 278777"/>
              <a:gd name="connsiteX0" fmla="*/ 0 w 1154730"/>
              <a:gd name="connsiteY0" fmla="*/ 0 h 391501"/>
              <a:gd name="connsiteX1" fmla="*/ 1154730 w 1154730"/>
              <a:gd name="connsiteY1" fmla="*/ 17107 h 391501"/>
              <a:gd name="connsiteX2" fmla="*/ 966091 w 1154730"/>
              <a:gd name="connsiteY2" fmla="*/ 391501 h 391501"/>
              <a:gd name="connsiteX3" fmla="*/ 0 w 1154730"/>
              <a:gd name="connsiteY3" fmla="*/ 278777 h 391501"/>
              <a:gd name="connsiteX4" fmla="*/ 0 w 1154730"/>
              <a:gd name="connsiteY4" fmla="*/ 0 h 391501"/>
              <a:gd name="connsiteX0" fmla="*/ 0 w 1154730"/>
              <a:gd name="connsiteY0" fmla="*/ 0 h 433909"/>
              <a:gd name="connsiteX1" fmla="*/ 1154730 w 1154730"/>
              <a:gd name="connsiteY1" fmla="*/ 17107 h 433909"/>
              <a:gd name="connsiteX2" fmla="*/ 966091 w 1154730"/>
              <a:gd name="connsiteY2" fmla="*/ 391501 h 433909"/>
              <a:gd name="connsiteX3" fmla="*/ 311168 w 1154730"/>
              <a:gd name="connsiteY3" fmla="*/ 433909 h 433909"/>
              <a:gd name="connsiteX4" fmla="*/ 0 w 1154730"/>
              <a:gd name="connsiteY4" fmla="*/ 0 h 433909"/>
              <a:gd name="connsiteX0" fmla="*/ 0 w 1061120"/>
              <a:gd name="connsiteY0" fmla="*/ 76723 h 416802"/>
              <a:gd name="connsiteX1" fmla="*/ 1061120 w 1061120"/>
              <a:gd name="connsiteY1" fmla="*/ 0 h 416802"/>
              <a:gd name="connsiteX2" fmla="*/ 872481 w 1061120"/>
              <a:gd name="connsiteY2" fmla="*/ 374394 h 416802"/>
              <a:gd name="connsiteX3" fmla="*/ 217558 w 1061120"/>
              <a:gd name="connsiteY3" fmla="*/ 416802 h 416802"/>
              <a:gd name="connsiteX4" fmla="*/ 0 w 1061120"/>
              <a:gd name="connsiteY4" fmla="*/ 76723 h 416802"/>
              <a:gd name="connsiteX0" fmla="*/ 0 w 1049113"/>
              <a:gd name="connsiteY0" fmla="*/ 53443 h 393522"/>
              <a:gd name="connsiteX1" fmla="*/ 1049113 w 1049113"/>
              <a:gd name="connsiteY1" fmla="*/ 0 h 393522"/>
              <a:gd name="connsiteX2" fmla="*/ 872481 w 1049113"/>
              <a:gd name="connsiteY2" fmla="*/ 351114 h 393522"/>
              <a:gd name="connsiteX3" fmla="*/ 217558 w 1049113"/>
              <a:gd name="connsiteY3" fmla="*/ 393522 h 393522"/>
              <a:gd name="connsiteX4" fmla="*/ 0 w 1049113"/>
              <a:gd name="connsiteY4" fmla="*/ 53443 h 3935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2481 w 1058803"/>
              <a:gd name="connsiteY2" fmla="*/ 359514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9678 w 1058803"/>
              <a:gd name="connsiteY2" fmla="*/ 358299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sX0" fmla="*/ 0 w 1058803"/>
              <a:gd name="csY0" fmla="*/ 61843 h 358299"/>
              <a:gd name="csX1" fmla="*/ 1058803 w 1058803"/>
              <a:gd name="csY1" fmla="*/ 0 h 358299"/>
              <a:gd name="csX2" fmla="*/ 879678 w 1058803"/>
              <a:gd name="csY2" fmla="*/ 358299 h 358299"/>
              <a:gd name="csX3" fmla="*/ 0 w 1058803"/>
              <a:gd name="csY3" fmla="*/ 61843 h 3582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8803" h="358299">
                <a:moveTo>
                  <a:pt x="0" y="61843"/>
                </a:moveTo>
                <a:lnTo>
                  <a:pt x="1058803" y="0"/>
                </a:lnTo>
                <a:lnTo>
                  <a:pt x="879678" y="358299"/>
                </a:lnTo>
                <a:lnTo>
                  <a:pt x="0" y="61843"/>
                </a:lnTo>
                <a:close/>
              </a:path>
            </a:pathLst>
          </a:custGeom>
          <a:solidFill>
            <a:srgbClr val="1E54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3A3E0618-71E1-D0AD-D619-814F7539BDD7}"/>
              </a:ext>
            </a:extLst>
          </p:cNvPr>
          <p:cNvSpPr/>
          <p:nvPr/>
        </p:nvSpPr>
        <p:spPr>
          <a:xfrm rot="16399889">
            <a:off x="5511524" y="2804107"/>
            <a:ext cx="1771411" cy="563871"/>
          </a:xfrm>
          <a:custGeom>
            <a:avLst/>
            <a:gdLst>
              <a:gd name="connsiteX0" fmla="*/ 0 w 1064419"/>
              <a:gd name="connsiteY0" fmla="*/ 0 h 278777"/>
              <a:gd name="connsiteX1" fmla="*/ 1064419 w 1064419"/>
              <a:gd name="connsiteY1" fmla="*/ 0 h 278777"/>
              <a:gd name="connsiteX2" fmla="*/ 1064419 w 1064419"/>
              <a:gd name="connsiteY2" fmla="*/ 278777 h 278777"/>
              <a:gd name="connsiteX3" fmla="*/ 0 w 1064419"/>
              <a:gd name="connsiteY3" fmla="*/ 278777 h 278777"/>
              <a:gd name="connsiteX4" fmla="*/ 0 w 1064419"/>
              <a:gd name="connsiteY4" fmla="*/ 0 h 278777"/>
              <a:gd name="connsiteX0" fmla="*/ 0 w 1154730"/>
              <a:gd name="connsiteY0" fmla="*/ 0 h 278777"/>
              <a:gd name="connsiteX1" fmla="*/ 1154730 w 1154730"/>
              <a:gd name="connsiteY1" fmla="*/ 17107 h 278777"/>
              <a:gd name="connsiteX2" fmla="*/ 1064419 w 1154730"/>
              <a:gd name="connsiteY2" fmla="*/ 278777 h 278777"/>
              <a:gd name="connsiteX3" fmla="*/ 0 w 1154730"/>
              <a:gd name="connsiteY3" fmla="*/ 278777 h 278777"/>
              <a:gd name="connsiteX4" fmla="*/ 0 w 1154730"/>
              <a:gd name="connsiteY4" fmla="*/ 0 h 278777"/>
              <a:gd name="connsiteX0" fmla="*/ 0 w 1154730"/>
              <a:gd name="connsiteY0" fmla="*/ 0 h 391501"/>
              <a:gd name="connsiteX1" fmla="*/ 1154730 w 1154730"/>
              <a:gd name="connsiteY1" fmla="*/ 17107 h 391501"/>
              <a:gd name="connsiteX2" fmla="*/ 966091 w 1154730"/>
              <a:gd name="connsiteY2" fmla="*/ 391501 h 391501"/>
              <a:gd name="connsiteX3" fmla="*/ 0 w 1154730"/>
              <a:gd name="connsiteY3" fmla="*/ 278777 h 391501"/>
              <a:gd name="connsiteX4" fmla="*/ 0 w 1154730"/>
              <a:gd name="connsiteY4" fmla="*/ 0 h 391501"/>
              <a:gd name="connsiteX0" fmla="*/ 0 w 1154730"/>
              <a:gd name="connsiteY0" fmla="*/ 0 h 433909"/>
              <a:gd name="connsiteX1" fmla="*/ 1154730 w 1154730"/>
              <a:gd name="connsiteY1" fmla="*/ 17107 h 433909"/>
              <a:gd name="connsiteX2" fmla="*/ 966091 w 1154730"/>
              <a:gd name="connsiteY2" fmla="*/ 391501 h 433909"/>
              <a:gd name="connsiteX3" fmla="*/ 311168 w 1154730"/>
              <a:gd name="connsiteY3" fmla="*/ 433909 h 433909"/>
              <a:gd name="connsiteX4" fmla="*/ 0 w 1154730"/>
              <a:gd name="connsiteY4" fmla="*/ 0 h 433909"/>
              <a:gd name="connsiteX0" fmla="*/ 0 w 1061120"/>
              <a:gd name="connsiteY0" fmla="*/ 76723 h 416802"/>
              <a:gd name="connsiteX1" fmla="*/ 1061120 w 1061120"/>
              <a:gd name="connsiteY1" fmla="*/ 0 h 416802"/>
              <a:gd name="connsiteX2" fmla="*/ 872481 w 1061120"/>
              <a:gd name="connsiteY2" fmla="*/ 374394 h 416802"/>
              <a:gd name="connsiteX3" fmla="*/ 217558 w 1061120"/>
              <a:gd name="connsiteY3" fmla="*/ 416802 h 416802"/>
              <a:gd name="connsiteX4" fmla="*/ 0 w 1061120"/>
              <a:gd name="connsiteY4" fmla="*/ 76723 h 416802"/>
              <a:gd name="connsiteX0" fmla="*/ 0 w 1049113"/>
              <a:gd name="connsiteY0" fmla="*/ 53443 h 393522"/>
              <a:gd name="connsiteX1" fmla="*/ 1049113 w 1049113"/>
              <a:gd name="connsiteY1" fmla="*/ 0 h 393522"/>
              <a:gd name="connsiteX2" fmla="*/ 872481 w 1049113"/>
              <a:gd name="connsiteY2" fmla="*/ 351114 h 393522"/>
              <a:gd name="connsiteX3" fmla="*/ 217558 w 1049113"/>
              <a:gd name="connsiteY3" fmla="*/ 393522 h 393522"/>
              <a:gd name="connsiteX4" fmla="*/ 0 w 1049113"/>
              <a:gd name="connsiteY4" fmla="*/ 53443 h 393522"/>
              <a:gd name="connsiteX0" fmla="*/ 0 w 1058803"/>
              <a:gd name="connsiteY0" fmla="*/ 61843 h 401922"/>
              <a:gd name="connsiteX1" fmla="*/ 1058803 w 1058803"/>
              <a:gd name="connsiteY1" fmla="*/ 0 h 401922"/>
              <a:gd name="connsiteX2" fmla="*/ 872481 w 1058803"/>
              <a:gd name="connsiteY2" fmla="*/ 359514 h 401922"/>
              <a:gd name="connsiteX3" fmla="*/ 217558 w 1058803"/>
              <a:gd name="connsiteY3" fmla="*/ 401922 h 401922"/>
              <a:gd name="connsiteX4" fmla="*/ 0 w 1058803"/>
              <a:gd name="connsiteY4" fmla="*/ 61843 h 401922"/>
              <a:gd name="connsiteX0" fmla="*/ 0 w 872481"/>
              <a:gd name="connsiteY0" fmla="*/ 250001 h 590080"/>
              <a:gd name="connsiteX1" fmla="*/ 548536 w 872481"/>
              <a:gd name="connsiteY1" fmla="*/ 0 h 590080"/>
              <a:gd name="connsiteX2" fmla="*/ 872481 w 872481"/>
              <a:gd name="connsiteY2" fmla="*/ 547672 h 590080"/>
              <a:gd name="connsiteX3" fmla="*/ 217558 w 872481"/>
              <a:gd name="connsiteY3" fmla="*/ 590080 h 590080"/>
              <a:gd name="connsiteX4" fmla="*/ 0 w 872481"/>
              <a:gd name="connsiteY4" fmla="*/ 250001 h 590080"/>
              <a:gd name="connsiteX0" fmla="*/ 157975 w 654923"/>
              <a:gd name="connsiteY0" fmla="*/ 311508 h 590080"/>
              <a:gd name="connsiteX1" fmla="*/ 330978 w 654923"/>
              <a:gd name="connsiteY1" fmla="*/ 0 h 590080"/>
              <a:gd name="connsiteX2" fmla="*/ 654923 w 654923"/>
              <a:gd name="connsiteY2" fmla="*/ 547672 h 590080"/>
              <a:gd name="connsiteX3" fmla="*/ 0 w 654923"/>
              <a:gd name="connsiteY3" fmla="*/ 590080 h 590080"/>
              <a:gd name="connsiteX4" fmla="*/ 157975 w 654923"/>
              <a:gd name="connsiteY4" fmla="*/ 311508 h 590080"/>
              <a:gd name="connsiteX0" fmla="*/ 0 w 496948"/>
              <a:gd name="connsiteY0" fmla="*/ 311508 h 665875"/>
              <a:gd name="connsiteX1" fmla="*/ 173003 w 496948"/>
              <a:gd name="connsiteY1" fmla="*/ 0 h 665875"/>
              <a:gd name="connsiteX2" fmla="*/ 496948 w 496948"/>
              <a:gd name="connsiteY2" fmla="*/ 547672 h 665875"/>
              <a:gd name="connsiteX3" fmla="*/ 224478 w 496948"/>
              <a:gd name="connsiteY3" fmla="*/ 665875 h 665875"/>
              <a:gd name="connsiteX4" fmla="*/ 0 w 496948"/>
              <a:gd name="connsiteY4" fmla="*/ 311508 h 665875"/>
              <a:gd name="connsiteX0" fmla="*/ 0 w 398688"/>
              <a:gd name="connsiteY0" fmla="*/ 311508 h 665875"/>
              <a:gd name="connsiteX1" fmla="*/ 173003 w 398688"/>
              <a:gd name="connsiteY1" fmla="*/ 0 h 665875"/>
              <a:gd name="connsiteX2" fmla="*/ 398688 w 398688"/>
              <a:gd name="connsiteY2" fmla="*/ 343378 h 665875"/>
              <a:gd name="connsiteX3" fmla="*/ 224478 w 398688"/>
              <a:gd name="connsiteY3" fmla="*/ 665875 h 665875"/>
              <a:gd name="connsiteX4" fmla="*/ 0 w 398688"/>
              <a:gd name="connsiteY4" fmla="*/ 311508 h 665875"/>
              <a:gd name="connsiteX0" fmla="*/ 0 w 398688"/>
              <a:gd name="connsiteY0" fmla="*/ 331134 h 685501"/>
              <a:gd name="connsiteX1" fmla="*/ 169984 w 398688"/>
              <a:gd name="connsiteY1" fmla="*/ 0 h 685501"/>
              <a:gd name="connsiteX2" fmla="*/ 398688 w 398688"/>
              <a:gd name="connsiteY2" fmla="*/ 363004 h 685501"/>
              <a:gd name="connsiteX3" fmla="*/ 224478 w 398688"/>
              <a:gd name="connsiteY3" fmla="*/ 685501 h 685501"/>
              <a:gd name="connsiteX4" fmla="*/ 0 w 398688"/>
              <a:gd name="connsiteY4" fmla="*/ 331134 h 685501"/>
              <a:gd name="connsiteX0" fmla="*/ 0 w 391026"/>
              <a:gd name="connsiteY0" fmla="*/ 331134 h 685501"/>
              <a:gd name="connsiteX1" fmla="*/ 169984 w 391026"/>
              <a:gd name="connsiteY1" fmla="*/ 0 h 685501"/>
              <a:gd name="connsiteX2" fmla="*/ 391026 w 391026"/>
              <a:gd name="connsiteY2" fmla="*/ 349197 h 685501"/>
              <a:gd name="connsiteX3" fmla="*/ 224478 w 391026"/>
              <a:gd name="connsiteY3" fmla="*/ 685501 h 685501"/>
              <a:gd name="connsiteX4" fmla="*/ 0 w 391026"/>
              <a:gd name="connsiteY4" fmla="*/ 331134 h 685501"/>
              <a:gd name="connsiteX0" fmla="*/ 0 w 391026"/>
              <a:gd name="connsiteY0" fmla="*/ 331134 h 674370"/>
              <a:gd name="connsiteX1" fmla="*/ 169984 w 391026"/>
              <a:gd name="connsiteY1" fmla="*/ 0 h 674370"/>
              <a:gd name="connsiteX2" fmla="*/ 391026 w 391026"/>
              <a:gd name="connsiteY2" fmla="*/ 349197 h 674370"/>
              <a:gd name="connsiteX3" fmla="*/ 222006 w 391026"/>
              <a:gd name="connsiteY3" fmla="*/ 674370 h 674370"/>
              <a:gd name="connsiteX4" fmla="*/ 0 w 391026"/>
              <a:gd name="connsiteY4" fmla="*/ 331134 h 674370"/>
              <a:gd name="csX0" fmla="*/ 0 w 1053753"/>
              <a:gd name="csY0" fmla="*/ 331134 h 674370"/>
              <a:gd name="csX1" fmla="*/ 169984 w 1053753"/>
              <a:gd name="csY1" fmla="*/ 0 h 674370"/>
              <a:gd name="csX2" fmla="*/ 1053753 w 1053753"/>
              <a:gd name="csY2" fmla="*/ 398673 h 674370"/>
              <a:gd name="csX3" fmla="*/ 222006 w 1053753"/>
              <a:gd name="csY3" fmla="*/ 674370 h 674370"/>
              <a:gd name="csX4" fmla="*/ 0 w 1053753"/>
              <a:gd name="csY4" fmla="*/ 331134 h 674370"/>
              <a:gd name="csX0" fmla="*/ 0 w 1053753"/>
              <a:gd name="csY0" fmla="*/ 331134 h 398673"/>
              <a:gd name="csX1" fmla="*/ 169984 w 1053753"/>
              <a:gd name="csY1" fmla="*/ 0 h 398673"/>
              <a:gd name="csX2" fmla="*/ 1053753 w 1053753"/>
              <a:gd name="csY2" fmla="*/ 398673 h 398673"/>
              <a:gd name="csX3" fmla="*/ 0 w 1053753"/>
              <a:gd name="csY3" fmla="*/ 331134 h 398673"/>
              <a:gd name="csX0" fmla="*/ 0 w 1095030"/>
              <a:gd name="csY0" fmla="*/ 467150 h 467150"/>
              <a:gd name="csX1" fmla="*/ 211261 w 1095030"/>
              <a:gd name="csY1" fmla="*/ 0 h 467150"/>
              <a:gd name="csX2" fmla="*/ 1095030 w 1095030"/>
              <a:gd name="csY2" fmla="*/ 398673 h 467150"/>
              <a:gd name="csX3" fmla="*/ 0 w 1095030"/>
              <a:gd name="csY3" fmla="*/ 467150 h 467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95030" h="467150">
                <a:moveTo>
                  <a:pt x="0" y="467150"/>
                </a:moveTo>
                <a:lnTo>
                  <a:pt x="211261" y="0"/>
                </a:lnTo>
                <a:lnTo>
                  <a:pt x="1095030" y="398673"/>
                </a:lnTo>
                <a:lnTo>
                  <a:pt x="0" y="467150"/>
                </a:lnTo>
                <a:close/>
              </a:path>
            </a:pathLst>
          </a:cu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E7F05B-85AC-C064-3B57-4C245C239A1E}"/>
              </a:ext>
            </a:extLst>
          </p:cNvPr>
          <p:cNvSpPr/>
          <p:nvPr/>
        </p:nvSpPr>
        <p:spPr>
          <a:xfrm>
            <a:off x="5162478" y="2395368"/>
            <a:ext cx="288801" cy="288801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7B82AD-4F2F-64E9-4870-54D58A6B5936}"/>
              </a:ext>
            </a:extLst>
          </p:cNvPr>
          <p:cNvSpPr/>
          <p:nvPr/>
        </p:nvSpPr>
        <p:spPr>
          <a:xfrm>
            <a:off x="5505626" y="2395368"/>
            <a:ext cx="288801" cy="288801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9B079F-3EF3-8C8E-1FE6-B2A7130576C5}"/>
              </a:ext>
            </a:extLst>
          </p:cNvPr>
          <p:cNvSpPr/>
          <p:nvPr/>
        </p:nvSpPr>
        <p:spPr>
          <a:xfrm>
            <a:off x="5162477" y="2724811"/>
            <a:ext cx="288801" cy="288801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408A0C-8D9E-D9B3-AF97-3B1556879C1E}"/>
              </a:ext>
            </a:extLst>
          </p:cNvPr>
          <p:cNvSpPr/>
          <p:nvPr/>
        </p:nvSpPr>
        <p:spPr>
          <a:xfrm>
            <a:off x="5505625" y="2720342"/>
            <a:ext cx="288802" cy="288802"/>
          </a:xfrm>
          <a:prstGeom prst="rect">
            <a:avLst/>
          </a:prstGeom>
          <a:solidFill>
            <a:srgbClr val="0D33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03CABE6-67F2-FACE-4806-B7698C7FAFE9}"/>
              </a:ext>
            </a:extLst>
          </p:cNvPr>
          <p:cNvCxnSpPr/>
          <p:nvPr/>
        </p:nvCxnSpPr>
        <p:spPr>
          <a:xfrm>
            <a:off x="3188225" y="5672871"/>
            <a:ext cx="330009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1644FF0-DDB3-5ED9-8C22-CCE46B4C757C}"/>
              </a:ext>
            </a:extLst>
          </p:cNvPr>
          <p:cNvCxnSpPr/>
          <p:nvPr/>
        </p:nvCxnSpPr>
        <p:spPr>
          <a:xfrm>
            <a:off x="8468369" y="5672871"/>
            <a:ext cx="330009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50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21000">
              <a:srgbClr val="F9F9F9"/>
            </a:gs>
            <a:gs pos="64000">
              <a:srgbClr val="C9C4C3"/>
            </a:gs>
            <a:gs pos="100000">
              <a:srgbClr val="7F7F7F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5EE3E-85B6-37F6-B7E6-2CCF9CADDE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41C58"/>
              </a:gs>
              <a:gs pos="21000">
                <a:srgbClr val="1F63A6"/>
              </a:gs>
              <a:gs pos="52000">
                <a:srgbClr val="3A7FD6"/>
              </a:gs>
              <a:gs pos="100000">
                <a:srgbClr val="4498F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DC2C4D2-1BFF-893C-B432-8938D0B19516}"/>
              </a:ext>
            </a:extLst>
          </p:cNvPr>
          <p:cNvSpPr txBox="1"/>
          <p:nvPr/>
        </p:nvSpPr>
        <p:spPr>
          <a:xfrm>
            <a:off x="619878" y="1686461"/>
            <a:ext cx="1081012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600" b="1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Typographie</a:t>
            </a:r>
            <a:endParaRPr lang="fr-FR" sz="6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79298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74D62B-B6A0-02C5-A570-00971D457E86}"/>
              </a:ext>
            </a:extLst>
          </p:cNvPr>
          <p:cNvSpPr/>
          <p:nvPr/>
        </p:nvSpPr>
        <p:spPr>
          <a:xfrm>
            <a:off x="371475" y="714799"/>
            <a:ext cx="1800000" cy="2777829"/>
          </a:xfrm>
          <a:prstGeom prst="rect">
            <a:avLst/>
          </a:prstGeom>
          <a:solidFill>
            <a:srgbClr val="0104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#041C58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4-28-88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C5552-7AC6-C710-5091-79D209F002BF}"/>
              </a:ext>
            </a:extLst>
          </p:cNvPr>
          <p:cNvSpPr/>
          <p:nvPr/>
        </p:nvSpPr>
        <p:spPr>
          <a:xfrm>
            <a:off x="2566987" y="3775468"/>
            <a:ext cx="1800000" cy="277782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#595959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89-89-89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1D19F3-FF8F-B630-6F80-BF756607E8C0}"/>
              </a:ext>
            </a:extLst>
          </p:cNvPr>
          <p:cNvSpPr/>
          <p:nvPr/>
        </p:nvSpPr>
        <p:spPr>
          <a:xfrm>
            <a:off x="2566987" y="708321"/>
            <a:ext cx="1800000" cy="2777829"/>
          </a:xfrm>
          <a:prstGeom prst="rect">
            <a:avLst/>
          </a:prstGeom>
          <a:solidFill>
            <a:srgbClr val="0D3379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#0D3379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13-51-121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0D7A91-68E5-E74B-B2F8-388897EF0D73}"/>
              </a:ext>
            </a:extLst>
          </p:cNvPr>
          <p:cNvSpPr/>
          <p:nvPr/>
        </p:nvSpPr>
        <p:spPr>
          <a:xfrm>
            <a:off x="5043486" y="708321"/>
            <a:ext cx="1800000" cy="2777828"/>
          </a:xfrm>
          <a:prstGeom prst="rect">
            <a:avLst/>
          </a:prstGeom>
          <a:solidFill>
            <a:srgbClr val="1E54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#1E54A8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30-84-168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561C4F-4671-4346-0FEB-860D9DB932B3}"/>
              </a:ext>
            </a:extLst>
          </p:cNvPr>
          <p:cNvSpPr/>
          <p:nvPr/>
        </p:nvSpPr>
        <p:spPr>
          <a:xfrm>
            <a:off x="7519987" y="708320"/>
            <a:ext cx="1800000" cy="2777829"/>
          </a:xfrm>
          <a:prstGeom prst="rect">
            <a:avLst/>
          </a:prstGeom>
          <a:solidFill>
            <a:srgbClr val="3A7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#041C58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4-28-88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2ABE0D-9D03-D055-A6DC-CCBF242F032E}"/>
              </a:ext>
            </a:extLst>
          </p:cNvPr>
          <p:cNvSpPr/>
          <p:nvPr/>
        </p:nvSpPr>
        <p:spPr>
          <a:xfrm>
            <a:off x="9996487" y="721279"/>
            <a:ext cx="1800000" cy="2764870"/>
          </a:xfrm>
          <a:prstGeom prst="rect">
            <a:avLst/>
          </a:prstGeom>
          <a:solidFill>
            <a:srgbClr val="4498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#4498F0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68-152-240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59F5481-A846-ABB2-CAA9-82070B182CF6}"/>
              </a:ext>
            </a:extLst>
          </p:cNvPr>
          <p:cNvSpPr txBox="1"/>
          <p:nvPr/>
        </p:nvSpPr>
        <p:spPr>
          <a:xfrm>
            <a:off x="319087" y="143653"/>
            <a:ext cx="11553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Palette de couleurs graphiques utilisables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30AAA4-6E90-CB07-0C6A-99622E1A077B}"/>
              </a:ext>
            </a:extLst>
          </p:cNvPr>
          <p:cNvSpPr/>
          <p:nvPr/>
        </p:nvSpPr>
        <p:spPr>
          <a:xfrm>
            <a:off x="371475" y="3775468"/>
            <a:ext cx="1800000" cy="2777829"/>
          </a:xfrm>
          <a:prstGeom prst="rect">
            <a:avLst/>
          </a:prstGeom>
          <a:solidFill>
            <a:srgbClr val="00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#000000</a:t>
            </a:r>
          </a:p>
          <a:p>
            <a:pPr algn="ctr"/>
            <a:r>
              <a:rPr lang="fr-FR" dirty="0">
                <a:latin typeface="Aptos" panose="020B0004020202020204" pitchFamily="34" charset="0"/>
                <a:cs typeface="Times New Roman" panose="02020603050405020304" pitchFamily="18" charset="0"/>
              </a:rPr>
              <a:t>0-0-0</a:t>
            </a:r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4A7838-932A-B947-5794-AA8C7F462D87}"/>
              </a:ext>
            </a:extLst>
          </p:cNvPr>
          <p:cNvSpPr/>
          <p:nvPr/>
        </p:nvSpPr>
        <p:spPr>
          <a:xfrm>
            <a:off x="5043486" y="3775468"/>
            <a:ext cx="1800000" cy="2777829"/>
          </a:xfrm>
          <a:prstGeom prst="rect">
            <a:avLst/>
          </a:prstGeom>
          <a:solidFill>
            <a:srgbClr val="3F8C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#3F8C70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63-140-112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76F6F39-052B-E53E-415F-13C99BEEA411}"/>
              </a:ext>
            </a:extLst>
          </p:cNvPr>
          <p:cNvSpPr txBox="1"/>
          <p:nvPr/>
        </p:nvSpPr>
        <p:spPr>
          <a:xfrm>
            <a:off x="7359585" y="4114800"/>
            <a:ext cx="453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Encadrés représentent les couleurs principales</a:t>
            </a:r>
          </a:p>
        </p:txBody>
      </p:sp>
    </p:spTree>
    <p:extLst>
      <p:ext uri="{BB962C8B-B14F-4D97-AF65-F5344CB8AC3E}">
        <p14:creationId xmlns:p14="http://schemas.microsoft.com/office/powerpoint/2010/main" val="1648483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DD7BA0B4-B2F7-55F3-2EB5-8AF5CF0C9B35}"/>
              </a:ext>
            </a:extLst>
          </p:cNvPr>
          <p:cNvSpPr txBox="1"/>
          <p:nvPr/>
        </p:nvSpPr>
        <p:spPr>
          <a:xfrm>
            <a:off x="466725" y="270443"/>
            <a:ext cx="11553825" cy="6317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Typographie principale : 	</a:t>
            </a:r>
            <a:r>
              <a:rPr lang="fr-FR" sz="4400" b="1" dirty="0"/>
              <a:t>Calibri</a:t>
            </a:r>
            <a:endParaRPr lang="fr-FR" sz="2400" b="1" dirty="0"/>
          </a:p>
          <a:p>
            <a:endParaRPr lang="fr-FR" sz="1400" b="1" dirty="0"/>
          </a:p>
          <a:p>
            <a:r>
              <a:rPr lang="fr-FR" sz="1400" dirty="0"/>
              <a:t>La police </a:t>
            </a:r>
            <a:r>
              <a:rPr lang="fr-FR" sz="1400" b="1" dirty="0"/>
              <a:t>Calibri</a:t>
            </a:r>
            <a:r>
              <a:rPr lang="fr-FR" sz="1400" dirty="0"/>
              <a:t> sera utilisée comme base pour tous les supports, garantissant une lisibilité et une uniformité. Elle offre un style épuré et professionnel, idéal pour des documents modernes.</a:t>
            </a:r>
          </a:p>
          <a:p>
            <a:endParaRPr lang="fr-FR" sz="1400" dirty="0"/>
          </a:p>
          <a:p>
            <a:r>
              <a:rPr lang="fr-FR" sz="2800" b="1" dirty="0"/>
              <a:t>Titres principaux (H1, H2)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Police : Calibri Bold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Taille : 24-32 pts (H1), 18-24 pts (H2)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Couleur : Bleu foncé (#003366) ou Noir (#000000).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Style : En capitales ou avec une légère mise en relief (gras uniquement).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sz="1400" dirty="0"/>
          </a:p>
          <a:p>
            <a:r>
              <a:rPr lang="fr-FR" b="1" dirty="0"/>
              <a:t>Sous-titres (H3, H4) 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Police : Calibri Regular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Taille : 14-18 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Couleur : Gris foncé (#4D4D4D) ou bleu clair (#6699CC).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sz="1400" dirty="0"/>
          </a:p>
          <a:p>
            <a:r>
              <a:rPr lang="fr-FR" sz="1400" dirty="0"/>
              <a:t>Texte courant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Police : Calibri Regular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Taille : 11-12 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Couleur : Noir (#000000) ou Gris foncé (#4D4D4D).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Interligne : 1.5 pour un confort de lecture.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sz="1400" dirty="0"/>
          </a:p>
          <a:p>
            <a:r>
              <a:rPr lang="fr-FR" sz="1050" b="1" i="1" dirty="0"/>
              <a:t>Accents ou citations </a:t>
            </a:r>
            <a:endParaRPr lang="fr-FR" sz="105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Police : </a:t>
            </a:r>
            <a:r>
              <a:rPr lang="fr-FR" sz="1400" b="1" dirty="0"/>
              <a:t>Calibri Italic</a:t>
            </a:r>
            <a:endParaRPr lang="fr-F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Couleur : Accent (Bleu clair ou Vert vif).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1628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2137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441</TotalTime>
  <Words>241</Words>
  <Application>Microsoft Office PowerPoint</Application>
  <PresentationFormat>Grand écran</PresentationFormat>
  <Paragraphs>69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LBO iSce</dc:title>
  <dc:creator>Gwendal Peizerat</dc:creator>
  <cp:lastModifiedBy>Benoit CAILLOT</cp:lastModifiedBy>
  <cp:revision>209</cp:revision>
  <cp:lastPrinted>2023-02-01T11:13:36Z</cp:lastPrinted>
  <dcterms:created xsi:type="dcterms:W3CDTF">2021-03-08T19:20:59Z</dcterms:created>
  <dcterms:modified xsi:type="dcterms:W3CDTF">2026-04-21T15:51:47Z</dcterms:modified>
</cp:coreProperties>
</file>